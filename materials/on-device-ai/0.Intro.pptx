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18" r:id="rId2"/>
    <p:sldId id="417" r:id="rId3"/>
    <p:sldId id="393" r:id="rId4"/>
    <p:sldId id="913" r:id="rId5"/>
    <p:sldId id="914" r:id="rId6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11437A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6431DF-26A4-AD42-A112-5164CCC6B294}" v="1609" dt="2023-12-27T05:55:18.929"/>
    <p1510:client id="{B534E1B3-9E3E-3046-9934-095DD3ECCA87}" v="79" dt="2023-12-27T03:55:01.65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E6CC"/>
          </a:solidFill>
        </a:fill>
      </a:tcStyle>
    </a:wholeTbl>
    <a:band2H>
      <a:tcTxStyle/>
      <a:tcStyle>
        <a:tcBdr/>
        <a:fill>
          <a:solidFill>
            <a:srgbClr val="E9F3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0E9"/>
          </a:solidFill>
        </a:fill>
      </a:tcStyle>
    </a:wholeTbl>
    <a:band2H>
      <a:tcTxStyle/>
      <a:tcStyle>
        <a:tcBdr/>
        <a:fill>
          <a:solidFill>
            <a:srgbClr val="ECE9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0CA"/>
          </a:solidFill>
        </a:fill>
      </a:tcStyle>
    </a:wholeTbl>
    <a:band2H>
      <a:tcTxStyle/>
      <a:tcStyle>
        <a:tcBdr/>
        <a:fill>
          <a:solidFill>
            <a:srgbClr val="FFF7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11437A"/>
        </a:fontRef>
        <a:srgbClr val="11437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8EC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11437A"/>
        </a:fontRef>
        <a:srgbClr val="11437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1437A"/>
              </a:solidFill>
              <a:prstDash val="solid"/>
              <a:round/>
            </a:ln>
          </a:top>
          <a:bottom>
            <a:ln w="25400" cap="flat">
              <a:solidFill>
                <a:srgbClr val="11437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1437A"/>
              </a:solidFill>
              <a:prstDash val="solid"/>
              <a:round/>
            </a:ln>
          </a:top>
          <a:bottom>
            <a:ln w="25400" cap="flat">
              <a:solidFill>
                <a:srgbClr val="11437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/>
      <a:tcStyle>
        <a:tcBdr/>
        <a:fill>
          <a:solidFill>
            <a:srgbClr val="E6E8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1437A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1437A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1437A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11437A"/>
              </a:solidFill>
              <a:prstDash val="solid"/>
              <a:round/>
            </a:ln>
          </a:left>
          <a:right>
            <a:ln w="12700" cap="flat">
              <a:solidFill>
                <a:srgbClr val="11437A"/>
              </a:solidFill>
              <a:prstDash val="solid"/>
              <a:round/>
            </a:ln>
          </a:right>
          <a:top>
            <a:ln w="12700" cap="flat">
              <a:solidFill>
                <a:srgbClr val="11437A"/>
              </a:solidFill>
              <a:prstDash val="solid"/>
              <a:round/>
            </a:ln>
          </a:top>
          <a:bottom>
            <a:ln w="12700" cap="flat">
              <a:solidFill>
                <a:srgbClr val="11437A"/>
              </a:solidFill>
              <a:prstDash val="solid"/>
              <a:round/>
            </a:ln>
          </a:bottom>
          <a:insideH>
            <a:ln w="12700" cap="flat">
              <a:solidFill>
                <a:srgbClr val="11437A"/>
              </a:solidFill>
              <a:prstDash val="solid"/>
              <a:round/>
            </a:ln>
          </a:insideH>
          <a:insideV>
            <a:ln w="12700" cap="flat">
              <a:solidFill>
                <a:srgbClr val="11437A"/>
              </a:solidFill>
              <a:prstDash val="solid"/>
              <a:round/>
            </a:ln>
          </a:insideV>
        </a:tcBdr>
        <a:fill>
          <a:solidFill>
            <a:srgbClr val="11437A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11437A"/>
              </a:solidFill>
              <a:prstDash val="solid"/>
              <a:round/>
            </a:ln>
          </a:left>
          <a:right>
            <a:ln w="12700" cap="flat">
              <a:solidFill>
                <a:srgbClr val="11437A"/>
              </a:solidFill>
              <a:prstDash val="solid"/>
              <a:round/>
            </a:ln>
          </a:right>
          <a:top>
            <a:ln w="12700" cap="flat">
              <a:solidFill>
                <a:srgbClr val="11437A"/>
              </a:solidFill>
              <a:prstDash val="solid"/>
              <a:round/>
            </a:ln>
          </a:top>
          <a:bottom>
            <a:ln w="12700" cap="flat">
              <a:solidFill>
                <a:srgbClr val="11437A"/>
              </a:solidFill>
              <a:prstDash val="solid"/>
              <a:round/>
            </a:ln>
          </a:bottom>
          <a:insideH>
            <a:ln w="12700" cap="flat">
              <a:solidFill>
                <a:srgbClr val="11437A"/>
              </a:solidFill>
              <a:prstDash val="solid"/>
              <a:round/>
            </a:ln>
          </a:insideH>
          <a:insideV>
            <a:ln w="12700" cap="flat">
              <a:solidFill>
                <a:srgbClr val="11437A"/>
              </a:solidFill>
              <a:prstDash val="solid"/>
              <a:round/>
            </a:ln>
          </a:insideV>
        </a:tcBdr>
        <a:fill>
          <a:solidFill>
            <a:srgbClr val="11437A">
              <a:alpha val="20000"/>
            </a:srgbClr>
          </a:solidFill>
        </a:fill>
      </a:tcStyle>
    </a:firstCol>
    <a:lastRow>
      <a:tcTxStyle b="on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11437A"/>
              </a:solidFill>
              <a:prstDash val="solid"/>
              <a:round/>
            </a:ln>
          </a:left>
          <a:right>
            <a:ln w="12700" cap="flat">
              <a:solidFill>
                <a:srgbClr val="11437A"/>
              </a:solidFill>
              <a:prstDash val="solid"/>
              <a:round/>
            </a:ln>
          </a:right>
          <a:top>
            <a:ln w="50800" cap="flat">
              <a:solidFill>
                <a:srgbClr val="11437A"/>
              </a:solidFill>
              <a:prstDash val="solid"/>
              <a:round/>
            </a:ln>
          </a:top>
          <a:bottom>
            <a:ln w="12700" cap="flat">
              <a:solidFill>
                <a:srgbClr val="11437A"/>
              </a:solidFill>
              <a:prstDash val="solid"/>
              <a:round/>
            </a:ln>
          </a:bottom>
          <a:insideH>
            <a:ln w="12700" cap="flat">
              <a:solidFill>
                <a:srgbClr val="11437A"/>
              </a:solidFill>
              <a:prstDash val="solid"/>
              <a:round/>
            </a:ln>
          </a:insideH>
          <a:insideV>
            <a:ln w="12700" cap="flat">
              <a:solidFill>
                <a:srgbClr val="11437A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11437A"/>
        </a:fontRef>
        <a:srgbClr val="11437A"/>
      </a:tcTxStyle>
      <a:tcStyle>
        <a:tcBdr>
          <a:left>
            <a:ln w="12700" cap="flat">
              <a:solidFill>
                <a:srgbClr val="11437A"/>
              </a:solidFill>
              <a:prstDash val="solid"/>
              <a:round/>
            </a:ln>
          </a:left>
          <a:right>
            <a:ln w="12700" cap="flat">
              <a:solidFill>
                <a:srgbClr val="11437A"/>
              </a:solidFill>
              <a:prstDash val="solid"/>
              <a:round/>
            </a:ln>
          </a:right>
          <a:top>
            <a:ln w="12700" cap="flat">
              <a:solidFill>
                <a:srgbClr val="11437A"/>
              </a:solidFill>
              <a:prstDash val="solid"/>
              <a:round/>
            </a:ln>
          </a:top>
          <a:bottom>
            <a:ln w="25400" cap="flat">
              <a:solidFill>
                <a:srgbClr val="11437A"/>
              </a:solidFill>
              <a:prstDash val="solid"/>
              <a:round/>
            </a:ln>
          </a:bottom>
          <a:insideH>
            <a:ln w="12700" cap="flat">
              <a:solidFill>
                <a:srgbClr val="11437A"/>
              </a:solidFill>
              <a:prstDash val="solid"/>
              <a:round/>
            </a:ln>
          </a:insideH>
          <a:insideV>
            <a:ln w="12700" cap="flat">
              <a:solidFill>
                <a:srgbClr val="11437A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75"/>
    <p:restoredTop sz="94717"/>
  </p:normalViewPr>
  <p:slideViewPr>
    <p:cSldViewPr snapToGrid="0">
      <p:cViewPr varScale="1">
        <p:scale>
          <a:sx n="207" d="100"/>
          <a:sy n="207" d="100"/>
        </p:scale>
        <p:origin x="16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전강은" userId="49380e6b-94e7-4acd-907f-703ee8ea53da" providerId="ADAL" clId="{036431DF-26A4-AD42-A112-5164CCC6B294}"/>
    <pc:docChg chg="undo custSel addSld delSld modSld sldOrd modMainMaster">
      <pc:chgData name="전강은" userId="49380e6b-94e7-4acd-907f-703ee8ea53da" providerId="ADAL" clId="{036431DF-26A4-AD42-A112-5164CCC6B294}" dt="2023-12-27T05:55:18.930" v="2106" actId="20577"/>
      <pc:docMkLst>
        <pc:docMk/>
      </pc:docMkLst>
      <pc:sldChg chg="addSp modSp mod">
        <pc:chgData name="전강은" userId="49380e6b-94e7-4acd-907f-703ee8ea53da" providerId="ADAL" clId="{036431DF-26A4-AD42-A112-5164CCC6B294}" dt="2023-12-27T04:45:36.286" v="1028"/>
        <pc:sldMkLst>
          <pc:docMk/>
          <pc:sldMk cId="0" sldId="256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0" sldId="256"/>
            <ac:spMk id="2" creationId="{4BE19533-3197-DA39-9F40-80D4B6261920}"/>
          </ac:spMkLst>
        </pc:spChg>
        <pc:spChg chg="mod">
          <ac:chgData name="전강은" userId="49380e6b-94e7-4acd-907f-703ee8ea53da" providerId="ADAL" clId="{036431DF-26A4-AD42-A112-5164CCC6B294}" dt="2023-12-26T07:55:20.954" v="120" actId="20577"/>
          <ac:spMkLst>
            <pc:docMk/>
            <pc:sldMk cId="0" sldId="256"/>
            <ac:spMk id="81" creationId="{00000000-0000-0000-0000-000000000000}"/>
          </ac:spMkLst>
        </pc:spChg>
        <pc:spChg chg="mod">
          <ac:chgData name="전강은" userId="49380e6b-94e7-4acd-907f-703ee8ea53da" providerId="ADAL" clId="{036431DF-26A4-AD42-A112-5164CCC6B294}" dt="2023-12-27T02:06:23.814" v="748" actId="20577"/>
          <ac:spMkLst>
            <pc:docMk/>
            <pc:sldMk cId="0" sldId="256"/>
            <ac:spMk id="82" creationId="{00000000-0000-0000-0000-000000000000}"/>
          </ac:spMkLst>
        </pc:spChg>
      </pc:sldChg>
      <pc:sldChg chg="addSp delSp modSp mod">
        <pc:chgData name="전강은" userId="49380e6b-94e7-4acd-907f-703ee8ea53da" providerId="ADAL" clId="{036431DF-26A4-AD42-A112-5164CCC6B294}" dt="2023-12-27T04:45:36.286" v="1028"/>
        <pc:sldMkLst>
          <pc:docMk/>
          <pc:sldMk cId="0" sldId="257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0" sldId="257"/>
            <ac:spMk id="2" creationId="{AE7FC77E-D88F-3F7C-E7E5-5E681F765441}"/>
          </ac:spMkLst>
        </pc:spChg>
        <pc:spChg chg="mod">
          <ac:chgData name="전강은" userId="49380e6b-94e7-4acd-907f-703ee8ea53da" providerId="ADAL" clId="{036431DF-26A4-AD42-A112-5164CCC6B294}" dt="2023-12-27T01:57:48.152" v="720" actId="403"/>
          <ac:spMkLst>
            <pc:docMk/>
            <pc:sldMk cId="0" sldId="257"/>
            <ac:spMk id="86" creationId="{00000000-0000-0000-0000-000000000000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0" sldId="257"/>
            <ac:spMk id="87" creationId="{00000000-0000-0000-0000-000000000000}"/>
          </ac:spMkLst>
        </pc:spChg>
      </pc:sldChg>
      <pc:sldChg chg="addSp delSp modSp">
        <pc:chgData name="전강은" userId="49380e6b-94e7-4acd-907f-703ee8ea53da" providerId="ADAL" clId="{036431DF-26A4-AD42-A112-5164CCC6B294}" dt="2023-12-27T04:45:36.286" v="1028"/>
        <pc:sldMkLst>
          <pc:docMk/>
          <pc:sldMk cId="0" sldId="258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0" sldId="258"/>
            <ac:spMk id="2" creationId="{EE075C19-9816-E5E6-BA6E-E90CD8909B2F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0" sldId="258"/>
            <ac:spMk id="91" creationId="{00000000-0000-0000-0000-000000000000}"/>
          </ac:spMkLst>
        </pc:sp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1747011618" sldId="260"/>
        </pc:sldMkLst>
        <pc:spChg chg="add del mod ord">
          <ac:chgData name="전강은" userId="49380e6b-94e7-4acd-907f-703ee8ea53da" providerId="ADAL" clId="{036431DF-26A4-AD42-A112-5164CCC6B294}" dt="2023-12-27T04:14:22.172" v="866" actId="478"/>
          <ac:spMkLst>
            <pc:docMk/>
            <pc:sldMk cId="1747011618" sldId="260"/>
            <ac:spMk id="7" creationId="{1ADFB6C6-CBB4-FA6C-EA6C-94362696C007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1747011618" sldId="260"/>
            <ac:spMk id="8" creationId="{94815524-6EDE-0BCE-C388-7CC7B66FF31F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1747011618" sldId="260"/>
            <ac:spMk id="12" creationId="{7D311891-B14B-8D9F-A70C-E23E29CFEA58}"/>
          </ac:spMkLst>
        </pc:spChg>
        <pc:cxnChg chg="del">
          <ac:chgData name="전강은" userId="49380e6b-94e7-4acd-907f-703ee8ea53da" providerId="ADAL" clId="{036431DF-26A4-AD42-A112-5164CCC6B294}" dt="2023-12-27T04:14:32.526" v="869" actId="478"/>
          <ac:cxnSpMkLst>
            <pc:docMk/>
            <pc:sldMk cId="1747011618" sldId="260"/>
            <ac:cxnSpMk id="3" creationId="{C607838F-F03D-5515-8A62-359D5AD80BE0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4088194000" sldId="262"/>
        </pc:sldMkLst>
        <pc:spChg chg="add del mod ord">
          <ac:chgData name="전강은" userId="49380e6b-94e7-4acd-907f-703ee8ea53da" providerId="ADAL" clId="{036431DF-26A4-AD42-A112-5164CCC6B294}" dt="2023-12-27T04:14:24.596" v="867" actId="478"/>
          <ac:spMkLst>
            <pc:docMk/>
            <pc:sldMk cId="4088194000" sldId="262"/>
            <ac:spMk id="7" creationId="{9C07366E-08FA-35D5-B14F-0123A0D37052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4088194000" sldId="262"/>
            <ac:spMk id="20" creationId="{A6B93024-7491-E3B8-419A-7A6610BB526A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4088194000" sldId="262"/>
            <ac:spMk id="21" creationId="{F9034969-204A-D7F7-AEAF-53D629ACE272}"/>
          </ac:spMkLst>
        </pc:spChg>
        <pc:cxnChg chg="del">
          <ac:chgData name="전강은" userId="49380e6b-94e7-4acd-907f-703ee8ea53da" providerId="ADAL" clId="{036431DF-26A4-AD42-A112-5164CCC6B294}" dt="2023-12-27T04:14:28.749" v="868" actId="478"/>
          <ac:cxnSpMkLst>
            <pc:docMk/>
            <pc:sldMk cId="4088194000" sldId="262"/>
            <ac:cxnSpMk id="2" creationId="{BCC79C4A-58E1-6B5D-35CA-437F68C10C5C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4177031862" sldId="263"/>
        </pc:sldMkLst>
        <pc:spChg chg="mod">
          <ac:chgData name="전강은" userId="49380e6b-94e7-4acd-907f-703ee8ea53da" providerId="ADAL" clId="{036431DF-26A4-AD42-A112-5164CCC6B294}" dt="2023-12-27T04:14:50.095" v="872" actId="13822"/>
          <ac:spMkLst>
            <pc:docMk/>
            <pc:sldMk cId="4177031862" sldId="263"/>
            <ac:spMk id="6" creationId="{54F5873C-40CF-BAC5-A189-83FE0621EDA8}"/>
          </ac:spMkLst>
        </pc:spChg>
        <pc:spChg chg="mod">
          <ac:chgData name="전강은" userId="49380e6b-94e7-4acd-907f-703ee8ea53da" providerId="ADAL" clId="{036431DF-26A4-AD42-A112-5164CCC6B294}" dt="2023-12-27T04:14:50.095" v="872" actId="13822"/>
          <ac:spMkLst>
            <pc:docMk/>
            <pc:sldMk cId="4177031862" sldId="263"/>
            <ac:spMk id="7" creationId="{7D237845-9B5F-87C1-11B5-564E04E3A72B}"/>
          </ac:spMkLst>
        </pc:spChg>
        <pc:spChg chg="add del mod ord">
          <ac:chgData name="전강은" userId="49380e6b-94e7-4acd-907f-703ee8ea53da" providerId="ADAL" clId="{036431DF-26A4-AD42-A112-5164CCC6B294}" dt="2023-12-27T04:14:37.834" v="871" actId="478"/>
          <ac:spMkLst>
            <pc:docMk/>
            <pc:sldMk cId="4177031862" sldId="263"/>
            <ac:spMk id="11" creationId="{5A00EB96-84CE-55EC-09D6-1110F3CA7DEB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4177031862" sldId="263"/>
            <ac:spMk id="12" creationId="{3A0BD7D4-4E1D-6BAF-6990-2A9D73804BAE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4177031862" sldId="263"/>
            <ac:spMk id="13" creationId="{20AF4CB5-E2BA-D9BB-C4C7-84ACECABF144}"/>
          </ac:spMkLst>
        </pc:spChg>
        <pc:cxnChg chg="del">
          <ac:chgData name="전강은" userId="49380e6b-94e7-4acd-907f-703ee8ea53da" providerId="ADAL" clId="{036431DF-26A4-AD42-A112-5164CCC6B294}" dt="2023-12-27T04:14:36.396" v="870" actId="478"/>
          <ac:cxnSpMkLst>
            <pc:docMk/>
            <pc:sldMk cId="4177031862" sldId="263"/>
            <ac:cxnSpMk id="2" creationId="{0AD984EC-A198-0EA1-A2A3-3953C1FECFA8}"/>
          </ac:cxnSpMkLst>
        </pc:cxnChg>
      </pc:sldChg>
      <pc:sldChg chg="addSp delSp modSp mod">
        <pc:chgData name="전강은" userId="49380e6b-94e7-4acd-907f-703ee8ea53da" providerId="ADAL" clId="{036431DF-26A4-AD42-A112-5164CCC6B294}" dt="2023-12-27T04:45:36.286" v="1028"/>
        <pc:sldMkLst>
          <pc:docMk/>
          <pc:sldMk cId="0" sldId="264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0" sldId="264"/>
            <ac:spMk id="2" creationId="{19DD293B-1C24-79E6-D94D-7549CAE40483}"/>
          </ac:spMkLst>
        </pc:spChg>
        <pc:spChg chg="mod">
          <ac:chgData name="전강은" userId="49380e6b-94e7-4acd-907f-703ee8ea53da" providerId="ADAL" clId="{036431DF-26A4-AD42-A112-5164CCC6B294}" dt="2023-12-27T01:56:46.490" v="693" actId="20577"/>
          <ac:spMkLst>
            <pc:docMk/>
            <pc:sldMk cId="0" sldId="264"/>
            <ac:spMk id="130" creationId="{00000000-0000-0000-0000-000000000000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0" sldId="264"/>
            <ac:spMk id="132" creationId="{00000000-0000-0000-0000-000000000000}"/>
          </ac:spMkLst>
        </pc:sp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227106950" sldId="265"/>
        </pc:sldMkLst>
        <pc:spChg chg="add del mod ord">
          <ac:chgData name="전강은" userId="49380e6b-94e7-4acd-907f-703ee8ea53da" providerId="ADAL" clId="{036431DF-26A4-AD42-A112-5164CCC6B294}" dt="2023-12-27T04:23:14.352" v="892" actId="478"/>
          <ac:spMkLst>
            <pc:docMk/>
            <pc:sldMk cId="227106950" sldId="265"/>
            <ac:spMk id="17" creationId="{8205D0C2-AF6B-6C23-CBE2-0E87EAF1227B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227106950" sldId="265"/>
            <ac:spMk id="22" creationId="{A7C4289B-4684-E65F-F8A7-9D6215B53C26}"/>
          </ac:spMkLst>
        </pc:spChg>
        <pc:spChg chg="mod">
          <ac:chgData name="전강은" userId="49380e6b-94e7-4acd-907f-703ee8ea53da" providerId="ADAL" clId="{036431DF-26A4-AD42-A112-5164CCC6B294}" dt="2023-12-27T04:23:24.355" v="896" actId="1076"/>
          <ac:spMkLst>
            <pc:docMk/>
            <pc:sldMk cId="227106950" sldId="265"/>
            <ac:spMk id="23" creationId="{31446086-2C09-568D-9950-5D1C3CD5D00F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227106950" sldId="265"/>
            <ac:spMk id="25" creationId="{03FCB27F-A66D-90B9-1CEC-28AEE84A804B}"/>
          </ac:spMkLst>
        </pc:spChg>
        <pc:spChg chg="add del mod">
          <ac:chgData name="전강은" userId="49380e6b-94e7-4acd-907f-703ee8ea53da" providerId="ADAL" clId="{036431DF-26A4-AD42-A112-5164CCC6B294}" dt="2023-12-27T04:23:22.351" v="895" actId="1076"/>
          <ac:spMkLst>
            <pc:docMk/>
            <pc:sldMk cId="227106950" sldId="265"/>
            <ac:spMk id="26" creationId="{BC06CD99-44C0-E033-526F-783C97704FDF}"/>
          </ac:spMkLst>
        </pc:spChg>
        <pc:cxnChg chg="del">
          <ac:chgData name="전강은" userId="49380e6b-94e7-4acd-907f-703ee8ea53da" providerId="ADAL" clId="{036431DF-26A4-AD42-A112-5164CCC6B294}" dt="2023-12-27T04:23:25.671" v="897" actId="478"/>
          <ac:cxnSpMkLst>
            <pc:docMk/>
            <pc:sldMk cId="227106950" sldId="265"/>
            <ac:cxnSpMk id="2" creationId="{303F8090-4D12-A9DD-DA7D-3764DFB9A018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82813524" sldId="267"/>
        </pc:sldMkLst>
        <pc:spChg chg="add del mod ord">
          <ac:chgData name="전강은" userId="49380e6b-94e7-4acd-907f-703ee8ea53da" providerId="ADAL" clId="{036431DF-26A4-AD42-A112-5164CCC6B294}" dt="2023-12-27T04:22:57.199" v="890" actId="478"/>
          <ac:spMkLst>
            <pc:docMk/>
            <pc:sldMk cId="82813524" sldId="267"/>
            <ac:spMk id="3" creationId="{521EFE9C-4A67-F2BF-2BAC-578D40E20008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82813524" sldId="267"/>
            <ac:spMk id="6" creationId="{B3FBABCE-5C0E-90F3-8036-87CCDE103C7A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82813524" sldId="267"/>
            <ac:spMk id="31" creationId="{93131D95-9C49-7C59-6488-C55067166274}"/>
          </ac:spMkLst>
        </pc:spChg>
        <pc:cxnChg chg="del">
          <ac:chgData name="전강은" userId="49380e6b-94e7-4acd-907f-703ee8ea53da" providerId="ADAL" clId="{036431DF-26A4-AD42-A112-5164CCC6B294}" dt="2023-12-27T04:22:58.942" v="891" actId="478"/>
          <ac:cxnSpMkLst>
            <pc:docMk/>
            <pc:sldMk cId="82813524" sldId="267"/>
            <ac:cxnSpMk id="2" creationId="{E0B61BA4-2BB3-D934-3D52-3FD781A9EF64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2647524625" sldId="268"/>
        </pc:sldMkLst>
        <pc:spChg chg="add del mod ord">
          <ac:chgData name="전강은" userId="49380e6b-94e7-4acd-907f-703ee8ea53da" providerId="ADAL" clId="{036431DF-26A4-AD42-A112-5164CCC6B294}" dt="2023-12-27T04:22:50.325" v="888" actId="478"/>
          <ac:spMkLst>
            <pc:docMk/>
            <pc:sldMk cId="2647524625" sldId="268"/>
            <ac:spMk id="4" creationId="{BAA6AB0C-C172-EBDE-BF7E-9AF141588556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2647524625" sldId="268"/>
            <ac:spMk id="6" creationId="{BF63716C-4A1E-250A-4D91-C1AE588A8751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2647524625" sldId="268"/>
            <ac:spMk id="254" creationId="{BF11ACAC-626A-8B87-4362-6FF48F8C0C18}"/>
          </ac:spMkLst>
        </pc:spChg>
        <pc:cxnChg chg="del">
          <ac:chgData name="전강은" userId="49380e6b-94e7-4acd-907f-703ee8ea53da" providerId="ADAL" clId="{036431DF-26A4-AD42-A112-5164CCC6B294}" dt="2023-12-27T04:22:53.078" v="889" actId="478"/>
          <ac:cxnSpMkLst>
            <pc:docMk/>
            <pc:sldMk cId="2647524625" sldId="268"/>
            <ac:cxnSpMk id="3" creationId="{7C99C0F1-0C1E-BDF4-FDF6-C7D1902DBD85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2272814970" sldId="269"/>
        </pc:sldMkLst>
        <pc:spChg chg="add del mod ord">
          <ac:chgData name="전강은" userId="49380e6b-94e7-4acd-907f-703ee8ea53da" providerId="ADAL" clId="{036431DF-26A4-AD42-A112-5164CCC6B294}" dt="2023-12-27T04:22:46.948" v="887" actId="478"/>
          <ac:spMkLst>
            <pc:docMk/>
            <pc:sldMk cId="2272814970" sldId="269"/>
            <ac:spMk id="7" creationId="{2430B164-81BA-A3F4-BB5B-6087CF9F00BC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2272814970" sldId="269"/>
            <ac:spMk id="12" creationId="{5F445F8B-F774-FE47-D9EB-4007FCDA5143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2272814970" sldId="269"/>
            <ac:spMk id="16" creationId="{6E5472B2-20A7-63CD-C3F7-392B484AECC2}"/>
          </ac:spMkLst>
        </pc:spChg>
        <pc:cxnChg chg="del">
          <ac:chgData name="전강은" userId="49380e6b-94e7-4acd-907f-703ee8ea53da" providerId="ADAL" clId="{036431DF-26A4-AD42-A112-5164CCC6B294}" dt="2023-12-27T04:22:45.197" v="886" actId="478"/>
          <ac:cxnSpMkLst>
            <pc:docMk/>
            <pc:sldMk cId="2272814970" sldId="269"/>
            <ac:cxnSpMk id="3" creationId="{429A19CE-FD90-A53E-9B30-B7CB2912C4A7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2138117778" sldId="270"/>
        </pc:sldMkLst>
        <pc:spChg chg="add del mod ord">
          <ac:chgData name="전강은" userId="49380e6b-94e7-4acd-907f-703ee8ea53da" providerId="ADAL" clId="{036431DF-26A4-AD42-A112-5164CCC6B294}" dt="2023-12-27T04:22:36.426" v="882" actId="478"/>
          <ac:spMkLst>
            <pc:docMk/>
            <pc:sldMk cId="2138117778" sldId="270"/>
            <ac:spMk id="7" creationId="{1F5DDDDC-B495-2CBF-4D51-0F6927B0665A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2138117778" sldId="270"/>
            <ac:spMk id="9" creationId="{96E7D9FD-4582-5339-EA43-051F6EB963D3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2138117778" sldId="270"/>
            <ac:spMk id="12" creationId="{7C9E8658-D13B-2236-5350-714FDC1C3EE2}"/>
          </ac:spMkLst>
        </pc:spChg>
        <pc:cxnChg chg="del">
          <ac:chgData name="전강은" userId="49380e6b-94e7-4acd-907f-703ee8ea53da" providerId="ADAL" clId="{036431DF-26A4-AD42-A112-5164CCC6B294}" dt="2023-12-27T04:22:38.218" v="883" actId="478"/>
          <ac:cxnSpMkLst>
            <pc:docMk/>
            <pc:sldMk cId="2138117778" sldId="270"/>
            <ac:cxnSpMk id="3" creationId="{A5D8012E-A5BA-9788-28BA-1FA8A0885E4C}"/>
          </ac:cxnSpMkLst>
        </pc:cxnChg>
      </pc:sldChg>
      <pc:sldChg chg="addSp delSp modSp add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4225846842" sldId="278"/>
        </pc:sldMkLst>
        <pc:spChg chg="add del mod ord">
          <ac:chgData name="전강은" userId="49380e6b-94e7-4acd-907f-703ee8ea53da" providerId="ADAL" clId="{036431DF-26A4-AD42-A112-5164CCC6B294}" dt="2023-12-27T04:22:41.617" v="884" actId="478"/>
          <ac:spMkLst>
            <pc:docMk/>
            <pc:sldMk cId="4225846842" sldId="278"/>
            <ac:spMk id="11" creationId="{32B7E36C-66EF-5B4E-E504-DDC2507603C6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4225846842" sldId="278"/>
            <ac:spMk id="13" creationId="{675F8042-599E-CE1E-4D9C-82A963B8BAD6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4225846842" sldId="278"/>
            <ac:spMk id="15" creationId="{6CCD783A-59F8-FD2D-AC88-820E12E614D5}"/>
          </ac:spMkLst>
        </pc:spChg>
        <pc:cxnChg chg="del">
          <ac:chgData name="전강은" userId="49380e6b-94e7-4acd-907f-703ee8ea53da" providerId="ADAL" clId="{036431DF-26A4-AD42-A112-5164CCC6B294}" dt="2023-12-27T04:22:43.079" v="885" actId="478"/>
          <ac:cxnSpMkLst>
            <pc:docMk/>
            <pc:sldMk cId="4225846842" sldId="278"/>
            <ac:cxnSpMk id="9" creationId="{9FF1D15B-85A1-AABC-FF6B-C4FDCC58B206}"/>
          </ac:cxnSpMkLst>
        </pc:cxnChg>
      </pc:sldChg>
      <pc:sldChg chg="del">
        <pc:chgData name="전강은" userId="49380e6b-94e7-4acd-907f-703ee8ea53da" providerId="ADAL" clId="{036431DF-26A4-AD42-A112-5164CCC6B294}" dt="2023-12-27T01:42:31.627" v="641" actId="2696"/>
        <pc:sldMkLst>
          <pc:docMk/>
          <pc:sldMk cId="0" sldId="287"/>
        </pc:sldMkLst>
      </pc:sldChg>
      <pc:sldChg chg="addSp delSp modSp">
        <pc:chgData name="전강은" userId="49380e6b-94e7-4acd-907f-703ee8ea53da" providerId="ADAL" clId="{036431DF-26A4-AD42-A112-5164CCC6B294}" dt="2023-12-27T04:45:36.286" v="1028"/>
        <pc:sldMkLst>
          <pc:docMk/>
          <pc:sldMk cId="0" sldId="296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0" sldId="296"/>
            <ac:spMk id="2" creationId="{E1A23FB0-D180-2EE8-3B0B-6C27EBB98EFE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0" sldId="296"/>
            <ac:spMk id="426" creationId="{00000000-0000-0000-0000-000000000000}"/>
          </ac:spMkLst>
        </pc:spChg>
      </pc:sldChg>
      <pc:sldChg chg="addSp delSp modSp ord">
        <pc:chgData name="전강은" userId="49380e6b-94e7-4acd-907f-703ee8ea53da" providerId="ADAL" clId="{036431DF-26A4-AD42-A112-5164CCC6B294}" dt="2023-12-27T04:45:36.286" v="1028"/>
        <pc:sldMkLst>
          <pc:docMk/>
          <pc:sldMk cId="4184733887" sldId="297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4184733887" sldId="297"/>
            <ac:spMk id="2" creationId="{3A21EBD5-0B4E-7679-6D71-0BA6704B47FD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4184733887" sldId="297"/>
            <ac:spMk id="91" creationId="{00000000-0000-0000-0000-000000000000}"/>
          </ac:spMkLst>
        </pc:spChg>
      </pc:sldChg>
      <pc:sldChg chg="addSp delSp modSp new mod">
        <pc:chgData name="전강은" userId="49380e6b-94e7-4acd-907f-703ee8ea53da" providerId="ADAL" clId="{036431DF-26A4-AD42-A112-5164CCC6B294}" dt="2023-12-27T04:45:36.286" v="1028"/>
        <pc:sldMkLst>
          <pc:docMk/>
          <pc:sldMk cId="806790076" sldId="298"/>
        </pc:sldMkLst>
        <pc:spChg chg="mod">
          <ac:chgData name="전강은" userId="49380e6b-94e7-4acd-907f-703ee8ea53da" providerId="ADAL" clId="{036431DF-26A4-AD42-A112-5164CCC6B294}" dt="2023-12-26T08:16:58.962" v="148" actId="20577"/>
          <ac:spMkLst>
            <pc:docMk/>
            <pc:sldMk cId="806790076" sldId="298"/>
            <ac:spMk id="2" creationId="{E0C6927D-CDF1-1025-C332-999CD901642F}"/>
          </ac:spMkLst>
        </pc:spChg>
        <pc:spChg chg="mod">
          <ac:chgData name="전강은" userId="49380e6b-94e7-4acd-907f-703ee8ea53da" providerId="ADAL" clId="{036431DF-26A4-AD42-A112-5164CCC6B294}" dt="2023-12-27T04:21:09.488" v="879" actId="14100"/>
          <ac:spMkLst>
            <pc:docMk/>
            <pc:sldMk cId="806790076" sldId="298"/>
            <ac:spMk id="3" creationId="{490B301A-F8DA-9C20-1B3B-DD431B711CF8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806790076" sldId="298"/>
            <ac:spMk id="4" creationId="{3AF53102-E7AA-15EF-8447-75E4CBF0A18C}"/>
          </ac:spMkLst>
        </pc:spChg>
        <pc:picChg chg="add del mod">
          <ac:chgData name="전강은" userId="49380e6b-94e7-4acd-907f-703ee8ea53da" providerId="ADAL" clId="{036431DF-26A4-AD42-A112-5164CCC6B294}" dt="2023-12-27T04:02:13.455" v="749" actId="478"/>
          <ac:picMkLst>
            <pc:docMk/>
            <pc:sldMk cId="806790076" sldId="298"/>
            <ac:picMk id="1026" creationId="{B7DB865D-8118-381C-F8EA-4187A145AFE9}"/>
          </ac:picMkLst>
        </pc:picChg>
        <pc:picChg chg="add mod">
          <ac:chgData name="전강은" userId="49380e6b-94e7-4acd-907f-703ee8ea53da" providerId="ADAL" clId="{036431DF-26A4-AD42-A112-5164CCC6B294}" dt="2023-12-27T04:02:55.356" v="836" actId="1076"/>
          <ac:picMkLst>
            <pc:docMk/>
            <pc:sldMk cId="806790076" sldId="298"/>
            <ac:picMk id="3074" creationId="{07C225E6-B3E2-E9E2-E040-5E244269126C}"/>
          </ac:picMkLst>
        </pc:picChg>
        <pc:picChg chg="add mod">
          <ac:chgData name="전강은" userId="49380e6b-94e7-4acd-907f-703ee8ea53da" providerId="ADAL" clId="{036431DF-26A4-AD42-A112-5164CCC6B294}" dt="2023-12-27T04:06:16.513" v="839" actId="1076"/>
          <ac:picMkLst>
            <pc:docMk/>
            <pc:sldMk cId="806790076" sldId="298"/>
            <ac:picMk id="3076" creationId="{772403EB-ACB0-41A3-AB75-A73694D1CFA2}"/>
          </ac:picMkLst>
        </pc:picChg>
        <pc:picChg chg="add mod">
          <ac:chgData name="전강은" userId="49380e6b-94e7-4acd-907f-703ee8ea53da" providerId="ADAL" clId="{036431DF-26A4-AD42-A112-5164CCC6B294}" dt="2023-12-27T04:06:45.316" v="843" actId="14100"/>
          <ac:picMkLst>
            <pc:docMk/>
            <pc:sldMk cId="806790076" sldId="298"/>
            <ac:picMk id="3078" creationId="{965525C4-E1DB-A1D6-7ED9-75AEF8BDF995}"/>
          </ac:picMkLst>
        </pc:picChg>
      </pc:sldChg>
      <pc:sldChg chg="new del">
        <pc:chgData name="전강은" userId="49380e6b-94e7-4acd-907f-703ee8ea53da" providerId="ADAL" clId="{036431DF-26A4-AD42-A112-5164CCC6B294}" dt="2023-12-26T08:17:55.967" v="246" actId="680"/>
        <pc:sldMkLst>
          <pc:docMk/>
          <pc:sldMk cId="99789378" sldId="299"/>
        </pc:sldMkLst>
      </pc:sldChg>
      <pc:sldChg chg="addSp delSp modSp add mod">
        <pc:chgData name="전강은" userId="49380e6b-94e7-4acd-907f-703ee8ea53da" providerId="ADAL" clId="{036431DF-26A4-AD42-A112-5164CCC6B294}" dt="2023-12-27T04:45:36.286" v="1028"/>
        <pc:sldMkLst>
          <pc:docMk/>
          <pc:sldMk cId="3776468835" sldId="299"/>
        </pc:sldMkLst>
        <pc:spChg chg="mod">
          <ac:chgData name="전강은" userId="49380e6b-94e7-4acd-907f-703ee8ea53da" providerId="ADAL" clId="{036431DF-26A4-AD42-A112-5164CCC6B294}" dt="2023-12-26T08:18:04.398" v="266" actId="20577"/>
          <ac:spMkLst>
            <pc:docMk/>
            <pc:sldMk cId="3776468835" sldId="299"/>
            <ac:spMk id="2" creationId="{E0C6927D-CDF1-1025-C332-999CD901642F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3776468835" sldId="299"/>
            <ac:spMk id="3" creationId="{30648FF7-70D3-2CD2-A797-E57D3DAC7744}"/>
          </ac:spMkLst>
        </pc:spChg>
        <pc:spChg chg="del">
          <ac:chgData name="전강은" userId="49380e6b-94e7-4acd-907f-703ee8ea53da" providerId="ADAL" clId="{036431DF-26A4-AD42-A112-5164CCC6B294}" dt="2023-12-26T08:19:09.445" v="268" actId="478"/>
          <ac:spMkLst>
            <pc:docMk/>
            <pc:sldMk cId="3776468835" sldId="299"/>
            <ac:spMk id="3" creationId="{490B301A-F8DA-9C20-1B3B-DD431B711CF8}"/>
          </ac:spMkLst>
        </pc:spChg>
        <pc:spChg chg="add del mod">
          <ac:chgData name="전강은" userId="49380e6b-94e7-4acd-907f-703ee8ea53da" providerId="ADAL" clId="{036431DF-26A4-AD42-A112-5164CCC6B294}" dt="2023-12-26T08:19:12.403" v="269" actId="478"/>
          <ac:spMkLst>
            <pc:docMk/>
            <pc:sldMk cId="3776468835" sldId="299"/>
            <ac:spMk id="5" creationId="{5E08CF64-AC71-21A0-07D8-152ADF28B479}"/>
          </ac:spMkLst>
        </pc:spChg>
        <pc:picChg chg="add mod">
          <ac:chgData name="전강은" userId="49380e6b-94e7-4acd-907f-703ee8ea53da" providerId="ADAL" clId="{036431DF-26A4-AD42-A112-5164CCC6B294}" dt="2023-12-26T08:20:05.205" v="284" actId="1076"/>
          <ac:picMkLst>
            <pc:docMk/>
            <pc:sldMk cId="3776468835" sldId="299"/>
            <ac:picMk id="6" creationId="{D02639FC-110E-D426-5CB6-1B117023FC86}"/>
          </ac:picMkLst>
        </pc:picChg>
        <pc:picChg chg="del">
          <ac:chgData name="전강은" userId="49380e6b-94e7-4acd-907f-703ee8ea53da" providerId="ADAL" clId="{036431DF-26A4-AD42-A112-5164CCC6B294}" dt="2023-12-26T08:18:05.936" v="267" actId="478"/>
          <ac:picMkLst>
            <pc:docMk/>
            <pc:sldMk cId="3776468835" sldId="299"/>
            <ac:picMk id="1026" creationId="{B7DB865D-8118-381C-F8EA-4187A145AFE9}"/>
          </ac:picMkLst>
        </pc:picChg>
        <pc:picChg chg="add mod">
          <ac:chgData name="전강은" userId="49380e6b-94e7-4acd-907f-703ee8ea53da" providerId="ADAL" clId="{036431DF-26A4-AD42-A112-5164CCC6B294}" dt="2023-12-26T08:19:56.862" v="281" actId="1076"/>
          <ac:picMkLst>
            <pc:docMk/>
            <pc:sldMk cId="3776468835" sldId="299"/>
            <ac:picMk id="2050" creationId="{A63BB62C-68E7-2AE9-7BB4-FA6287BFF448}"/>
          </ac:picMkLst>
        </pc:picChg>
      </pc:sldChg>
      <pc:sldChg chg="addSp delSp modSp add mod">
        <pc:chgData name="전강은" userId="49380e6b-94e7-4acd-907f-703ee8ea53da" providerId="ADAL" clId="{036431DF-26A4-AD42-A112-5164CCC6B294}" dt="2023-12-27T04:45:36.286" v="1028"/>
        <pc:sldMkLst>
          <pc:docMk/>
          <pc:sldMk cId="3289825980" sldId="300"/>
        </pc:sldMkLst>
        <pc:spChg chg="mod">
          <ac:chgData name="전강은" userId="49380e6b-94e7-4acd-907f-703ee8ea53da" providerId="ADAL" clId="{036431DF-26A4-AD42-A112-5164CCC6B294}" dt="2023-12-26T08:22:16.564" v="334" actId="20577"/>
          <ac:spMkLst>
            <pc:docMk/>
            <pc:sldMk cId="3289825980" sldId="300"/>
            <ac:spMk id="2" creationId="{E0C6927D-CDF1-1025-C332-999CD901642F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3289825980" sldId="300"/>
            <ac:spMk id="5" creationId="{705D5930-FE97-7ABE-DF88-D9C505231661}"/>
          </ac:spMkLst>
        </pc:spChg>
        <pc:grpChg chg="add mod">
          <ac:chgData name="전강은" userId="49380e6b-94e7-4acd-907f-703ee8ea53da" providerId="ADAL" clId="{036431DF-26A4-AD42-A112-5164CCC6B294}" dt="2023-12-26T08:22:55.976" v="347" actId="1076"/>
          <ac:grpSpMkLst>
            <pc:docMk/>
            <pc:sldMk cId="3289825980" sldId="300"/>
            <ac:grpSpMk id="4" creationId="{4D84CCC2-6C49-A735-0B6E-F6F53683B02A}"/>
          </ac:grpSpMkLst>
        </pc:grpChg>
        <pc:picChg chg="add mod">
          <ac:chgData name="전강은" userId="49380e6b-94e7-4acd-907f-703ee8ea53da" providerId="ADAL" clId="{036431DF-26A4-AD42-A112-5164CCC6B294}" dt="2023-12-26T08:22:55.976" v="347" actId="1076"/>
          <ac:picMkLst>
            <pc:docMk/>
            <pc:sldMk cId="3289825980" sldId="300"/>
            <ac:picMk id="3" creationId="{31FC301D-18B1-EE16-41FA-134D609D1E23}"/>
          </ac:picMkLst>
        </pc:picChg>
        <pc:picChg chg="del">
          <ac:chgData name="전강은" userId="49380e6b-94e7-4acd-907f-703ee8ea53da" providerId="ADAL" clId="{036431DF-26A4-AD42-A112-5164CCC6B294}" dt="2023-12-26T08:21:46.547" v="286" actId="478"/>
          <ac:picMkLst>
            <pc:docMk/>
            <pc:sldMk cId="3289825980" sldId="300"/>
            <ac:picMk id="6" creationId="{D02639FC-110E-D426-5CB6-1B117023FC86}"/>
          </ac:picMkLst>
        </pc:picChg>
        <pc:picChg chg="del">
          <ac:chgData name="전강은" userId="49380e6b-94e7-4acd-907f-703ee8ea53da" providerId="ADAL" clId="{036431DF-26A4-AD42-A112-5164CCC6B294}" dt="2023-12-26T08:21:46.547" v="286" actId="478"/>
          <ac:picMkLst>
            <pc:docMk/>
            <pc:sldMk cId="3289825980" sldId="300"/>
            <ac:picMk id="2050" creationId="{A63BB62C-68E7-2AE9-7BB4-FA6287BFF448}"/>
          </ac:picMkLst>
        </pc:picChg>
        <pc:picChg chg="add mod">
          <ac:chgData name="전강은" userId="49380e6b-94e7-4acd-907f-703ee8ea53da" providerId="ADAL" clId="{036431DF-26A4-AD42-A112-5164CCC6B294}" dt="2023-12-26T08:22:55.976" v="347" actId="1076"/>
          <ac:picMkLst>
            <pc:docMk/>
            <pc:sldMk cId="3289825980" sldId="300"/>
            <ac:picMk id="3074" creationId="{9CBE514B-A608-35FF-DFAE-B11CC130CC3E}"/>
          </ac:picMkLst>
        </pc:picChg>
        <pc:picChg chg="add del">
          <ac:chgData name="전강은" userId="49380e6b-94e7-4acd-907f-703ee8ea53da" providerId="ADAL" clId="{036431DF-26A4-AD42-A112-5164CCC6B294}" dt="2023-12-26T08:22:36.594" v="339"/>
          <ac:picMkLst>
            <pc:docMk/>
            <pc:sldMk cId="3289825980" sldId="300"/>
            <ac:picMk id="3076" creationId="{9A053E8E-1F0B-10C3-B1BF-20D58071B762}"/>
          </ac:picMkLst>
        </pc:picChg>
      </pc:sldChg>
      <pc:sldChg chg="delSp add del">
        <pc:chgData name="전강은" userId="49380e6b-94e7-4acd-907f-703ee8ea53da" providerId="ADAL" clId="{036431DF-26A4-AD42-A112-5164CCC6B294}" dt="2023-12-26T08:39:25.844" v="520" actId="2696"/>
        <pc:sldMkLst>
          <pc:docMk/>
          <pc:sldMk cId="4192284976" sldId="301"/>
        </pc:sldMkLst>
        <pc:grpChg chg="del">
          <ac:chgData name="전강은" userId="49380e6b-94e7-4acd-907f-703ee8ea53da" providerId="ADAL" clId="{036431DF-26A4-AD42-A112-5164CCC6B294}" dt="2023-12-26T08:23:08.209" v="349" actId="478"/>
          <ac:grpSpMkLst>
            <pc:docMk/>
            <pc:sldMk cId="4192284976" sldId="301"/>
            <ac:grpSpMk id="4" creationId="{4D84CCC2-6C49-A735-0B6E-F6F53683B02A}"/>
          </ac:grpSpMkLst>
        </pc:grpChg>
      </pc:sldChg>
      <pc:sldChg chg="addSp modSp add mod ord">
        <pc:chgData name="전강은" userId="49380e6b-94e7-4acd-907f-703ee8ea53da" providerId="ADAL" clId="{036431DF-26A4-AD42-A112-5164CCC6B294}" dt="2023-12-27T04:45:36.286" v="1028"/>
        <pc:sldMkLst>
          <pc:docMk/>
          <pc:sldMk cId="3439448093" sldId="302"/>
        </pc:sldMkLst>
        <pc:spChg chg="mod">
          <ac:chgData name="전강은" userId="49380e6b-94e7-4acd-907f-703ee8ea53da" providerId="ADAL" clId="{036431DF-26A4-AD42-A112-5164CCC6B294}" dt="2023-12-26T08:26:33.233" v="363" actId="20577"/>
          <ac:spMkLst>
            <pc:docMk/>
            <pc:sldMk cId="3439448093" sldId="302"/>
            <ac:spMk id="2" creationId="{E0C6927D-CDF1-1025-C332-999CD901642F}"/>
          </ac:spMkLst>
        </pc:spChg>
        <pc:spChg chg="add mod">
          <ac:chgData name="전강은" userId="49380e6b-94e7-4acd-907f-703ee8ea53da" providerId="ADAL" clId="{036431DF-26A4-AD42-A112-5164CCC6B294}" dt="2023-12-27T01:57:36.097" v="716" actId="403"/>
          <ac:spMkLst>
            <pc:docMk/>
            <pc:sldMk cId="3439448093" sldId="302"/>
            <ac:spMk id="3" creationId="{D21CB9CE-6FDD-BB59-9093-938E09F610FB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3439448093" sldId="302"/>
            <ac:spMk id="4" creationId="{A1513AC8-5A3D-A181-D869-06EE74C05D62}"/>
          </ac:spMkLst>
        </pc:spChg>
      </pc:sldChg>
      <pc:sldChg chg="new del">
        <pc:chgData name="전강은" userId="49380e6b-94e7-4acd-907f-703ee8ea53da" providerId="ADAL" clId="{036431DF-26A4-AD42-A112-5164CCC6B294}" dt="2023-12-26T08:26:26.328" v="351" actId="680"/>
        <pc:sldMkLst>
          <pc:docMk/>
          <pc:sldMk cId="3606091363" sldId="302"/>
        </pc:sldMkLst>
      </pc:sldChg>
      <pc:sldChg chg="addSp delSp modSp">
        <pc:chgData name="전강은" userId="49380e6b-94e7-4acd-907f-703ee8ea53da" providerId="ADAL" clId="{036431DF-26A4-AD42-A112-5164CCC6B294}" dt="2023-12-27T04:45:36.286" v="1028"/>
        <pc:sldMkLst>
          <pc:docMk/>
          <pc:sldMk cId="795099139" sldId="303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795099139" sldId="303"/>
            <ac:spMk id="2" creationId="{CC4BCC63-6F92-9305-4843-F365C39AC0D9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795099139" sldId="303"/>
            <ac:spMk id="91" creationId="{00000000-0000-0000-0000-000000000000}"/>
          </ac:spMkLst>
        </pc:spChg>
      </pc:sldChg>
      <pc:sldChg chg="addSp modSp">
        <pc:chgData name="전강은" userId="49380e6b-94e7-4acd-907f-703ee8ea53da" providerId="ADAL" clId="{036431DF-26A4-AD42-A112-5164CCC6B294}" dt="2023-12-27T04:45:36.286" v="1028"/>
        <pc:sldMkLst>
          <pc:docMk/>
          <pc:sldMk cId="891646274" sldId="304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891646274" sldId="304"/>
            <ac:spMk id="3" creationId="{ED5355F3-2E04-C906-D405-8EB4D5E1AD08}"/>
          </ac:spMkLst>
        </pc:spChg>
      </pc:sldChg>
      <pc:sldChg chg="addSp delSp modSp new mod">
        <pc:chgData name="전강은" userId="49380e6b-94e7-4acd-907f-703ee8ea53da" providerId="ADAL" clId="{036431DF-26A4-AD42-A112-5164CCC6B294}" dt="2023-12-27T04:45:36.286" v="1028"/>
        <pc:sldMkLst>
          <pc:docMk/>
          <pc:sldMk cId="3202337433" sldId="305"/>
        </pc:sldMkLst>
        <pc:spChg chg="mod">
          <ac:chgData name="전강은" userId="49380e6b-94e7-4acd-907f-703ee8ea53da" providerId="ADAL" clId="{036431DF-26A4-AD42-A112-5164CCC6B294}" dt="2023-12-27T01:38:53.344" v="611" actId="20577"/>
          <ac:spMkLst>
            <pc:docMk/>
            <pc:sldMk cId="3202337433" sldId="305"/>
            <ac:spMk id="2" creationId="{5CBC2F2A-F779-E352-DDE0-4D6B2919FB16}"/>
          </ac:spMkLst>
        </pc:spChg>
        <pc:spChg chg="del mod">
          <ac:chgData name="전강은" userId="49380e6b-94e7-4acd-907f-703ee8ea53da" providerId="ADAL" clId="{036431DF-26A4-AD42-A112-5164CCC6B294}" dt="2023-12-27T01:37:29.702" v="578" actId="478"/>
          <ac:spMkLst>
            <pc:docMk/>
            <pc:sldMk cId="3202337433" sldId="305"/>
            <ac:spMk id="3" creationId="{FBC61516-2483-0CEB-094A-F8515EEAB9CE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3202337433" sldId="305"/>
            <ac:spMk id="5" creationId="{CCEED89B-8886-7C44-D830-73C5D976F737}"/>
          </ac:spMkLst>
        </pc:spChg>
        <pc:graphicFrameChg chg="add mod modGraphic">
          <ac:chgData name="전강은" userId="49380e6b-94e7-4acd-907f-703ee8ea53da" providerId="ADAL" clId="{036431DF-26A4-AD42-A112-5164CCC6B294}" dt="2023-12-27T01:38:28.549" v="599" actId="120"/>
          <ac:graphicFrameMkLst>
            <pc:docMk/>
            <pc:sldMk cId="3202337433" sldId="305"/>
            <ac:graphicFrameMk id="4" creationId="{9A316677-E051-112F-2DDC-3AACDDEFB371}"/>
          </ac:graphicFrameMkLst>
        </pc:graphicFrameChg>
      </pc:sldChg>
      <pc:sldChg chg="addSp delSp modSp add mod">
        <pc:chgData name="전강은" userId="49380e6b-94e7-4acd-907f-703ee8ea53da" providerId="ADAL" clId="{036431DF-26A4-AD42-A112-5164CCC6B294}" dt="2023-12-27T04:45:36.286" v="1028"/>
        <pc:sldMkLst>
          <pc:docMk/>
          <pc:sldMk cId="4260176309" sldId="306"/>
        </pc:sldMkLst>
        <pc:spChg chg="mod">
          <ac:chgData name="전강은" userId="49380e6b-94e7-4acd-907f-703ee8ea53da" providerId="ADAL" clId="{036431DF-26A4-AD42-A112-5164CCC6B294}" dt="2023-12-27T01:41:57.604" v="637" actId="20577"/>
          <ac:spMkLst>
            <pc:docMk/>
            <pc:sldMk cId="4260176309" sldId="306"/>
            <ac:spMk id="2" creationId="{5CBC2F2A-F779-E352-DDE0-4D6B2919FB16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4260176309" sldId="306"/>
            <ac:spMk id="5" creationId="{44E81FD8-8671-72F3-890B-CFFFB7189EB7}"/>
          </ac:spMkLst>
        </pc:spChg>
        <pc:graphicFrameChg chg="add mod modGraphic">
          <ac:chgData name="전강은" userId="49380e6b-94e7-4acd-907f-703ee8ea53da" providerId="ADAL" clId="{036431DF-26A4-AD42-A112-5164CCC6B294}" dt="2023-12-27T01:42:00.977" v="638" actId="14734"/>
          <ac:graphicFrameMkLst>
            <pc:docMk/>
            <pc:sldMk cId="4260176309" sldId="306"/>
            <ac:graphicFrameMk id="3" creationId="{9976C546-8C25-CFD6-A754-AEE0EC810617}"/>
          </ac:graphicFrameMkLst>
        </pc:graphicFrameChg>
        <pc:graphicFrameChg chg="del">
          <ac:chgData name="전강은" userId="49380e6b-94e7-4acd-907f-703ee8ea53da" providerId="ADAL" clId="{036431DF-26A4-AD42-A112-5164CCC6B294}" dt="2023-12-27T01:39:04.884" v="615" actId="478"/>
          <ac:graphicFrameMkLst>
            <pc:docMk/>
            <pc:sldMk cId="4260176309" sldId="306"/>
            <ac:graphicFrameMk id="4" creationId="{9A316677-E051-112F-2DDC-3AACDDEFB371}"/>
          </ac:graphicFrameMkLst>
        </pc:graphicFrameChg>
      </pc:sldChg>
      <pc:sldChg chg="addSp delSp modSp add mod">
        <pc:chgData name="전강은" userId="49380e6b-94e7-4acd-907f-703ee8ea53da" providerId="ADAL" clId="{036431DF-26A4-AD42-A112-5164CCC6B294}" dt="2023-12-27T04:45:36.286" v="1028"/>
        <pc:sldMkLst>
          <pc:docMk/>
          <pc:sldMk cId="2727533581" sldId="307"/>
        </pc:sldMkLst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2727533581" sldId="307"/>
            <ac:spMk id="2" creationId="{3198A0B8-EBB4-F392-FD62-0276DFD1C362}"/>
          </ac:spMkLst>
        </pc:spChg>
        <pc:spChg chg="mod">
          <ac:chgData name="전강은" userId="49380e6b-94e7-4acd-907f-703ee8ea53da" providerId="ADAL" clId="{036431DF-26A4-AD42-A112-5164CCC6B294}" dt="2023-12-27T01:42:30.001" v="640"/>
          <ac:spMkLst>
            <pc:docMk/>
            <pc:sldMk cId="2727533581" sldId="307"/>
            <ac:spMk id="130" creationId="{00000000-0000-0000-0000-000000000000}"/>
          </ac:spMkLst>
        </pc:spChg>
        <pc:spChg chg="del">
          <ac:chgData name="전강은" userId="49380e6b-94e7-4acd-907f-703ee8ea53da" providerId="ADAL" clId="{036431DF-26A4-AD42-A112-5164CCC6B294}" dt="2023-12-27T04:45:01.174" v="1020"/>
          <ac:spMkLst>
            <pc:docMk/>
            <pc:sldMk cId="2727533581" sldId="307"/>
            <ac:spMk id="132" creationId="{00000000-0000-0000-0000-000000000000}"/>
          </ac:spMkLst>
        </pc:spChg>
      </pc:sldChg>
      <pc:sldChg chg="addSp delSp modSp add del mod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2360095921" sldId="308"/>
        </pc:sldMkLst>
        <pc:spChg chg="add del mod ord">
          <ac:chgData name="전강은" userId="49380e6b-94e7-4acd-907f-703ee8ea53da" providerId="ADAL" clId="{036431DF-26A4-AD42-A112-5164CCC6B294}" dt="2023-12-27T04:12:31.005" v="854" actId="478"/>
          <ac:spMkLst>
            <pc:docMk/>
            <pc:sldMk cId="2360095921" sldId="308"/>
            <ac:spMk id="6" creationId="{49E863C0-82EA-3E36-82BD-7D195B10DB86}"/>
          </ac:spMkLst>
        </pc:spChg>
        <pc:spChg chg="del mod ord">
          <ac:chgData name="전강은" userId="49380e6b-94e7-4acd-907f-703ee8ea53da" providerId="ADAL" clId="{036431DF-26A4-AD42-A112-5164CCC6B294}" dt="2023-12-27T04:45:01.174" v="1020"/>
          <ac:spMkLst>
            <pc:docMk/>
            <pc:sldMk cId="2360095921" sldId="308"/>
            <ac:spMk id="7" creationId="{C8F094DD-8CF2-6585-9410-B29CE763B35D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2360095921" sldId="308"/>
            <ac:spMk id="9" creationId="{FB376E59-4247-6D94-B054-7D816212CC0A}"/>
          </ac:spMkLst>
        </pc:spChg>
        <pc:spChg chg="mod">
          <ac:chgData name="전강은" userId="49380e6b-94e7-4acd-907f-703ee8ea53da" providerId="ADAL" clId="{036431DF-26A4-AD42-A112-5164CCC6B294}" dt="2023-12-27T04:13:01.916" v="857" actId="207"/>
          <ac:spMkLst>
            <pc:docMk/>
            <pc:sldMk cId="2360095921" sldId="308"/>
            <ac:spMk id="13" creationId="{2A459791-DA57-2738-E8B3-681168D29BA0}"/>
          </ac:spMkLst>
        </pc:spChg>
        <pc:spChg chg="mod">
          <ac:chgData name="전강은" userId="49380e6b-94e7-4acd-907f-703ee8ea53da" providerId="ADAL" clId="{036431DF-26A4-AD42-A112-5164CCC6B294}" dt="2023-12-27T04:13:01.916" v="857" actId="207"/>
          <ac:spMkLst>
            <pc:docMk/>
            <pc:sldMk cId="2360095921" sldId="308"/>
            <ac:spMk id="14" creationId="{43B8ED7E-1206-3CEF-7FE8-BEC8D981F1AE}"/>
          </ac:spMkLst>
        </pc:spChg>
        <pc:spChg chg="mod">
          <ac:chgData name="전강은" userId="49380e6b-94e7-4acd-907f-703ee8ea53da" providerId="ADAL" clId="{036431DF-26A4-AD42-A112-5164CCC6B294}" dt="2023-12-27T04:13:01.916" v="857" actId="207"/>
          <ac:spMkLst>
            <pc:docMk/>
            <pc:sldMk cId="2360095921" sldId="308"/>
            <ac:spMk id="193" creationId="{860F2CA7-F2D4-A8C5-5F56-42ACFEF68F89}"/>
          </ac:spMkLst>
        </pc:spChg>
        <pc:cxnChg chg="del">
          <ac:chgData name="전강은" userId="49380e6b-94e7-4acd-907f-703ee8ea53da" providerId="ADAL" clId="{036431DF-26A4-AD42-A112-5164CCC6B294}" dt="2023-12-27T04:12:45.812" v="855" actId="478"/>
          <ac:cxnSpMkLst>
            <pc:docMk/>
            <pc:sldMk cId="2360095921" sldId="308"/>
            <ac:cxnSpMk id="8" creationId="{91537DB3-4015-3C68-C916-2E87ADBD3406}"/>
          </ac:cxnSpMkLst>
        </pc:cxnChg>
      </pc:sldChg>
      <pc:sldChg chg="addSp delSp modSp add mod">
        <pc:chgData name="전강은" userId="49380e6b-94e7-4acd-907f-703ee8ea53da" providerId="ADAL" clId="{036431DF-26A4-AD42-A112-5164CCC6B294}" dt="2023-12-27T04:45:36.286" v="1028"/>
        <pc:sldMkLst>
          <pc:docMk/>
          <pc:sldMk cId="1461774933" sldId="309"/>
        </pc:sldMkLst>
        <pc:spChg chg="add mod">
          <ac:chgData name="전강은" userId="49380e6b-94e7-4acd-907f-703ee8ea53da" providerId="ADAL" clId="{036431DF-26A4-AD42-A112-5164CCC6B294}" dt="2023-12-27T04:33:50.799" v="917" actId="207"/>
          <ac:spMkLst>
            <pc:docMk/>
            <pc:sldMk cId="1461774933" sldId="309"/>
            <ac:spMk id="4" creationId="{84E2840A-28AF-5B3F-A7B3-440585EF2938}"/>
          </ac:spMkLst>
        </pc:spChg>
        <pc:spChg chg="add del mod">
          <ac:chgData name="전강은" userId="49380e6b-94e7-4acd-907f-703ee8ea53da" providerId="ADAL" clId="{036431DF-26A4-AD42-A112-5164CCC6B294}" dt="2023-12-27T04:34:03.191" v="921"/>
          <ac:spMkLst>
            <pc:docMk/>
            <pc:sldMk cId="1461774933" sldId="309"/>
            <ac:spMk id="5" creationId="{37321310-7733-C72F-A27F-3D97061EC163}"/>
          </ac:spMkLst>
        </pc:spChg>
        <pc:spChg chg="add mod">
          <ac:chgData name="전강은" userId="49380e6b-94e7-4acd-907f-703ee8ea53da" providerId="ADAL" clId="{036431DF-26A4-AD42-A112-5164CCC6B294}" dt="2023-12-27T04:34:44.525" v="1001" actId="1076"/>
          <ac:spMkLst>
            <pc:docMk/>
            <pc:sldMk cId="1461774933" sldId="309"/>
            <ac:spMk id="6" creationId="{681687AC-3555-7115-DAA9-9910CBC9DB15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1461774933" sldId="309"/>
            <ac:spMk id="7" creationId="{BCB3C085-D82D-E688-6222-F54162655A16}"/>
          </ac:spMkLst>
        </pc:spChg>
      </pc:sldChg>
      <pc:sldChg chg="addSp delSp modSp add del mod modClrScheme chgLayout">
        <pc:chgData name="전강은" userId="49380e6b-94e7-4acd-907f-703ee8ea53da" providerId="ADAL" clId="{036431DF-26A4-AD42-A112-5164CCC6B294}" dt="2023-12-27T04:14:08.611" v="863" actId="2696"/>
        <pc:sldMkLst>
          <pc:docMk/>
          <pc:sldMk cId="3210104366" sldId="309"/>
        </pc:sldMkLst>
        <pc:spChg chg="add del mod ord">
          <ac:chgData name="전강은" userId="49380e6b-94e7-4acd-907f-703ee8ea53da" providerId="ADAL" clId="{036431DF-26A4-AD42-A112-5164CCC6B294}" dt="2023-12-27T04:13:37.582" v="860" actId="478"/>
          <ac:spMkLst>
            <pc:docMk/>
            <pc:sldMk cId="3210104366" sldId="309"/>
            <ac:spMk id="2" creationId="{57FC04A5-69C7-32FD-8277-ADCD6D00538E}"/>
          </ac:spMkLst>
        </pc:spChg>
        <pc:spChg chg="mod ord">
          <ac:chgData name="전강은" userId="49380e6b-94e7-4acd-907f-703ee8ea53da" providerId="ADAL" clId="{036431DF-26A4-AD42-A112-5164CCC6B294}" dt="2023-12-27T04:13:35.268" v="859" actId="700"/>
          <ac:spMkLst>
            <pc:docMk/>
            <pc:sldMk cId="3210104366" sldId="309"/>
            <ac:spMk id="3" creationId="{BAEC45F0-249C-5383-B385-8A8C80F898D8}"/>
          </ac:spMkLst>
        </pc:spChg>
        <pc:spChg chg="mod">
          <ac:chgData name="전강은" userId="49380e6b-94e7-4acd-907f-703ee8ea53da" providerId="ADAL" clId="{036431DF-26A4-AD42-A112-5164CCC6B294}" dt="2023-12-27T04:13:47.769" v="862" actId="207"/>
          <ac:spMkLst>
            <pc:docMk/>
            <pc:sldMk cId="3210104366" sldId="309"/>
            <ac:spMk id="4" creationId="{B79C6B6B-4BB5-1AE5-FC15-B6CFC5F8F024}"/>
          </ac:spMkLst>
        </pc:spChg>
      </pc:sldChg>
      <pc:sldChg chg="addSp delSp modSp new del mod modClrScheme chgLayout">
        <pc:chgData name="전강은" userId="49380e6b-94e7-4acd-907f-703ee8ea53da" providerId="ADAL" clId="{036431DF-26A4-AD42-A112-5164CCC6B294}" dt="2023-12-27T04:44:56.668" v="1019" actId="2696"/>
        <pc:sldMkLst>
          <pc:docMk/>
          <pc:sldMk cId="3964315163" sldId="310"/>
        </pc:sldMkLst>
        <pc:spChg chg="del mod ord">
          <ac:chgData name="전강은" userId="49380e6b-94e7-4acd-907f-703ee8ea53da" providerId="ADAL" clId="{036431DF-26A4-AD42-A112-5164CCC6B294}" dt="2023-12-27T04:44:26.146" v="1010" actId="700"/>
          <ac:spMkLst>
            <pc:docMk/>
            <pc:sldMk cId="3964315163" sldId="310"/>
            <ac:spMk id="2" creationId="{37BD4DB0-8874-0CD4-B74B-CEC079A4E8E1}"/>
          </ac:spMkLst>
        </pc:spChg>
        <pc:spChg chg="del mod ord">
          <ac:chgData name="전강은" userId="49380e6b-94e7-4acd-907f-703ee8ea53da" providerId="ADAL" clId="{036431DF-26A4-AD42-A112-5164CCC6B294}" dt="2023-12-27T04:44:26.146" v="1010" actId="700"/>
          <ac:spMkLst>
            <pc:docMk/>
            <pc:sldMk cId="3964315163" sldId="310"/>
            <ac:spMk id="3" creationId="{D3AE5660-5DD1-0B66-44E8-28C09F51201C}"/>
          </ac:spMkLst>
        </pc:spChg>
        <pc:spChg chg="add mod ord">
          <ac:chgData name="전강은" userId="49380e6b-94e7-4acd-907f-703ee8ea53da" providerId="ADAL" clId="{036431DF-26A4-AD42-A112-5164CCC6B294}" dt="2023-12-27T04:44:26.146" v="1010" actId="700"/>
          <ac:spMkLst>
            <pc:docMk/>
            <pc:sldMk cId="3964315163" sldId="310"/>
            <ac:spMk id="4" creationId="{77338BBB-5477-8889-965D-F109D5AC5767}"/>
          </ac:spMkLst>
        </pc:spChg>
        <pc:spChg chg="add mod ord">
          <ac:chgData name="전강은" userId="49380e6b-94e7-4acd-907f-703ee8ea53da" providerId="ADAL" clId="{036431DF-26A4-AD42-A112-5164CCC6B294}" dt="2023-12-27T04:44:26.146" v="1010" actId="700"/>
          <ac:spMkLst>
            <pc:docMk/>
            <pc:sldMk cId="3964315163" sldId="310"/>
            <ac:spMk id="5" creationId="{84D449C5-E1F1-4880-5C49-5853A2925EA8}"/>
          </ac:spMkLst>
        </pc:spChg>
      </pc:sldChg>
      <pc:sldChg chg="addSp delSp modSp add del mod modTransition modClrScheme chgLayout">
        <pc:chgData name="전강은" userId="49380e6b-94e7-4acd-907f-703ee8ea53da" providerId="ADAL" clId="{036431DF-26A4-AD42-A112-5164CCC6B294}" dt="2023-12-27T04:46:43.006" v="1040" actId="208"/>
        <pc:sldMkLst>
          <pc:docMk/>
          <pc:sldMk cId="3064650380" sldId="387"/>
        </pc:sldMkLst>
        <pc:spChg chg="add del mod ord">
          <ac:chgData name="전강은" userId="49380e6b-94e7-4acd-907f-703ee8ea53da" providerId="ADAL" clId="{036431DF-26A4-AD42-A112-5164CCC6B294}" dt="2023-12-27T04:44:40.890" v="1015" actId="478"/>
          <ac:spMkLst>
            <pc:docMk/>
            <pc:sldMk cId="3064650380" sldId="387"/>
            <ac:spMk id="2" creationId="{297BD431-929B-A06E-9454-17B55962BC3B}"/>
          </ac:spMkLst>
        </pc:spChg>
        <pc:spChg chg="add del mod ord">
          <ac:chgData name="전강은" userId="49380e6b-94e7-4acd-907f-703ee8ea53da" providerId="ADAL" clId="{036431DF-26A4-AD42-A112-5164CCC6B294}" dt="2023-12-27T04:44:16.310" v="1006" actId="700"/>
          <ac:spMkLst>
            <pc:docMk/>
            <pc:sldMk cId="3064650380" sldId="387"/>
            <ac:spMk id="2" creationId="{E81936AF-2FA9-D3F8-5E09-CC88BE18EAD6}"/>
          </ac:spMkLst>
        </pc:spChg>
        <pc:spChg chg="add del mod ord">
          <ac:chgData name="전강은" userId="49380e6b-94e7-4acd-907f-703ee8ea53da" providerId="ADAL" clId="{036431DF-26A4-AD42-A112-5164CCC6B294}" dt="2023-12-27T04:46:20.870" v="1037" actId="478"/>
          <ac:spMkLst>
            <pc:docMk/>
            <pc:sldMk cId="3064650380" sldId="387"/>
            <ac:spMk id="3" creationId="{995D3557-3A47-11E9-6A56-312EE9A15CF7}"/>
          </ac:spMkLst>
        </pc:spChg>
        <pc:spChg chg="del mod ord">
          <ac:chgData name="전강은" userId="49380e6b-94e7-4acd-907f-703ee8ea53da" providerId="ADAL" clId="{036431DF-26A4-AD42-A112-5164CCC6B294}" dt="2023-12-27T04:44:42.712" v="1016" actId="478"/>
          <ac:spMkLst>
            <pc:docMk/>
            <pc:sldMk cId="3064650380" sldId="387"/>
            <ac:spMk id="4" creationId="{6024035E-FB56-6362-D788-B2AB0AB7985A}"/>
          </ac:spMkLst>
        </pc:spChg>
        <pc:spChg chg="mod ord">
          <ac:chgData name="전강은" userId="49380e6b-94e7-4acd-907f-703ee8ea53da" providerId="ADAL" clId="{036431DF-26A4-AD42-A112-5164CCC6B294}" dt="2023-12-27T04:45:19.175" v="1027" actId="700"/>
          <ac:spMkLst>
            <pc:docMk/>
            <pc:sldMk cId="3064650380" sldId="387"/>
            <ac:spMk id="5" creationId="{A066A6B6-EB0A-9EC6-DAD2-39D40650C9EC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3064650380" sldId="387"/>
            <ac:spMk id="6" creationId="{636C89B9-E7D5-406F-227E-AAB78B2361B6}"/>
          </ac:spMkLst>
        </pc:spChg>
        <pc:spChg chg="mod">
          <ac:chgData name="전강은" userId="49380e6b-94e7-4acd-907f-703ee8ea53da" providerId="ADAL" clId="{036431DF-26A4-AD42-A112-5164CCC6B294}" dt="2023-12-27T04:46:36.009" v="1039" actId="207"/>
          <ac:spMkLst>
            <pc:docMk/>
            <pc:sldMk cId="3064650380" sldId="387"/>
            <ac:spMk id="10" creationId="{05EC76D5-FBC0-AD6E-CA25-3AB697D68AB9}"/>
          </ac:spMkLst>
        </pc:spChg>
        <pc:spChg chg="mod">
          <ac:chgData name="전강은" userId="49380e6b-94e7-4acd-907f-703ee8ea53da" providerId="ADAL" clId="{036431DF-26A4-AD42-A112-5164CCC6B294}" dt="2023-12-27T04:46:36.009" v="1039" actId="207"/>
          <ac:spMkLst>
            <pc:docMk/>
            <pc:sldMk cId="3064650380" sldId="387"/>
            <ac:spMk id="11" creationId="{9D2B7722-15DA-2402-48F9-C57C1FF8DA98}"/>
          </ac:spMkLst>
        </pc:spChg>
        <pc:cxnChg chg="mod">
          <ac:chgData name="전강은" userId="49380e6b-94e7-4acd-907f-703ee8ea53da" providerId="ADAL" clId="{036431DF-26A4-AD42-A112-5164CCC6B294}" dt="2023-12-27T04:46:43.006" v="1040" actId="208"/>
          <ac:cxnSpMkLst>
            <pc:docMk/>
            <pc:sldMk cId="3064650380" sldId="387"/>
            <ac:cxnSpMk id="9" creationId="{0F803D1E-C02A-39C0-F0A7-069FF9C28DEF}"/>
          </ac:cxnSpMkLst>
        </pc:cxnChg>
      </pc:sldChg>
      <pc:sldChg chg="addSp delSp modSp add mod modTransition modClrScheme chgLayout">
        <pc:chgData name="전강은" userId="49380e6b-94e7-4acd-907f-703ee8ea53da" providerId="ADAL" clId="{036431DF-26A4-AD42-A112-5164CCC6B294}" dt="2023-12-27T04:49:13.998" v="1069" actId="478"/>
        <pc:sldMkLst>
          <pc:docMk/>
          <pc:sldMk cId="1087070282" sldId="388"/>
        </pc:sldMkLst>
        <pc:spChg chg="mod ord">
          <ac:chgData name="전강은" userId="49380e6b-94e7-4acd-907f-703ee8ea53da" providerId="ADAL" clId="{036431DF-26A4-AD42-A112-5164CCC6B294}" dt="2023-12-27T04:48:49.188" v="1065" actId="114"/>
          <ac:spMkLst>
            <pc:docMk/>
            <pc:sldMk cId="1087070282" sldId="388"/>
            <ac:spMk id="2" creationId="{E68EDA57-7C95-FBD4-F8D4-D029CE06214C}"/>
          </ac:spMkLst>
        </pc:spChg>
        <pc:spChg chg="add del mod ord">
          <ac:chgData name="전강은" userId="49380e6b-94e7-4acd-907f-703ee8ea53da" providerId="ADAL" clId="{036431DF-26A4-AD42-A112-5164CCC6B294}" dt="2023-12-27T04:49:13.998" v="1069" actId="478"/>
          <ac:spMkLst>
            <pc:docMk/>
            <pc:sldMk cId="1087070282" sldId="388"/>
            <ac:spMk id="3" creationId="{08D78DCF-ACC4-C3FE-0EC4-6E9D217ED0AE}"/>
          </ac:spMkLst>
        </pc:spChg>
        <pc:spChg chg="del mod ord">
          <ac:chgData name="전강은" userId="49380e6b-94e7-4acd-907f-703ee8ea53da" providerId="ADAL" clId="{036431DF-26A4-AD42-A112-5164CCC6B294}" dt="2023-12-27T04:48:31.202" v="1053" actId="478"/>
          <ac:spMkLst>
            <pc:docMk/>
            <pc:sldMk cId="1087070282" sldId="388"/>
            <ac:spMk id="4" creationId="{C576803C-EBA1-47A5-1380-1D8E0FBEF8B9}"/>
          </ac:spMkLst>
        </pc:spChg>
      </pc:sldChg>
      <pc:sldChg chg="addSp delSp modSp add mod modTransition modClrScheme chgLayout">
        <pc:chgData name="전강은" userId="49380e6b-94e7-4acd-907f-703ee8ea53da" providerId="ADAL" clId="{036431DF-26A4-AD42-A112-5164CCC6B294}" dt="2023-12-27T04:49:16.059" v="1070" actId="478"/>
        <pc:sldMkLst>
          <pc:docMk/>
          <pc:sldMk cId="2389194293" sldId="389"/>
        </pc:sldMkLst>
        <pc:spChg chg="mod ord">
          <ac:chgData name="전강은" userId="49380e6b-94e7-4acd-907f-703ee8ea53da" providerId="ADAL" clId="{036431DF-26A4-AD42-A112-5164CCC6B294}" dt="2023-12-27T04:49:04.556" v="1067" actId="114"/>
          <ac:spMkLst>
            <pc:docMk/>
            <pc:sldMk cId="2389194293" sldId="389"/>
            <ac:spMk id="2" creationId="{3F843652-E6BA-78D0-B0B1-E808F9106603}"/>
          </ac:spMkLst>
        </pc:spChg>
        <pc:spChg chg="add del mod ord">
          <ac:chgData name="전강은" userId="49380e6b-94e7-4acd-907f-703ee8ea53da" providerId="ADAL" clId="{036431DF-26A4-AD42-A112-5164CCC6B294}" dt="2023-12-27T04:49:16.059" v="1070" actId="478"/>
          <ac:spMkLst>
            <pc:docMk/>
            <pc:sldMk cId="2389194293" sldId="389"/>
            <ac:spMk id="3" creationId="{A3212C16-FB0D-23E5-A011-EA95DBE8E5AE}"/>
          </ac:spMkLst>
        </pc:spChg>
        <pc:spChg chg="del mod ord">
          <ac:chgData name="전강은" userId="49380e6b-94e7-4acd-907f-703ee8ea53da" providerId="ADAL" clId="{036431DF-26A4-AD42-A112-5164CCC6B294}" dt="2023-12-27T04:49:08.089" v="1068" actId="478"/>
          <ac:spMkLst>
            <pc:docMk/>
            <pc:sldMk cId="2389194293" sldId="389"/>
            <ac:spMk id="4" creationId="{1393144C-83AC-44B2-A064-C784C204D111}"/>
          </ac:spMkLst>
        </pc:spChg>
      </pc:sldChg>
      <pc:sldChg chg="addSp delSp modSp add mod modTransition modClrScheme chgLayout">
        <pc:chgData name="전강은" userId="49380e6b-94e7-4acd-907f-703ee8ea53da" providerId="ADAL" clId="{036431DF-26A4-AD42-A112-5164CCC6B294}" dt="2023-12-27T04:46:18.500" v="1036" actId="478"/>
        <pc:sldMkLst>
          <pc:docMk/>
          <pc:sldMk cId="2814887175" sldId="392"/>
        </pc:sldMkLst>
        <pc:spChg chg="mod ord">
          <ac:chgData name="전강은" userId="49380e6b-94e7-4acd-907f-703ee8ea53da" providerId="ADAL" clId="{036431DF-26A4-AD42-A112-5164CCC6B294}" dt="2023-12-27T04:45:55.136" v="1030" actId="700"/>
          <ac:spMkLst>
            <pc:docMk/>
            <pc:sldMk cId="2814887175" sldId="392"/>
            <ac:spMk id="2" creationId="{0DC4BB2F-3D7A-BFF2-DB28-1EDC0A4C6EFE}"/>
          </ac:spMkLst>
        </pc:spChg>
        <pc:spChg chg="add del mod ord">
          <ac:chgData name="전강은" userId="49380e6b-94e7-4acd-907f-703ee8ea53da" providerId="ADAL" clId="{036431DF-26A4-AD42-A112-5164CCC6B294}" dt="2023-12-27T04:46:18.500" v="1036" actId="478"/>
          <ac:spMkLst>
            <pc:docMk/>
            <pc:sldMk cId="2814887175" sldId="392"/>
            <ac:spMk id="3" creationId="{3914A58D-6A3F-8E8A-7520-FBC757899902}"/>
          </ac:spMkLst>
        </pc:spChg>
        <pc:spChg chg="del mod ord">
          <ac:chgData name="전강은" userId="49380e6b-94e7-4acd-907f-703ee8ea53da" providerId="ADAL" clId="{036431DF-26A4-AD42-A112-5164CCC6B294}" dt="2023-12-27T04:46:05.239" v="1033" actId="478"/>
          <ac:spMkLst>
            <pc:docMk/>
            <pc:sldMk cId="2814887175" sldId="392"/>
            <ac:spMk id="4" creationId="{9D1B1C2E-798E-D9EE-4996-8D23997753DF}"/>
          </ac:spMkLst>
        </pc:spChg>
      </pc:sldChg>
      <pc:sldChg chg="addSp delSp modSp add mod modTransition modClrScheme chgLayout">
        <pc:chgData name="전강은" userId="49380e6b-94e7-4acd-907f-703ee8ea53da" providerId="ADAL" clId="{036431DF-26A4-AD42-A112-5164CCC6B294}" dt="2023-12-27T04:46:15.875" v="1035" actId="478"/>
        <pc:sldMkLst>
          <pc:docMk/>
          <pc:sldMk cId="1492676212" sldId="393"/>
        </pc:sldMkLst>
        <pc:spChg chg="mod ord">
          <ac:chgData name="전강은" userId="49380e6b-94e7-4acd-907f-703ee8ea53da" providerId="ADAL" clId="{036431DF-26A4-AD42-A112-5164CCC6B294}" dt="2023-12-27T04:45:55.136" v="1030" actId="700"/>
          <ac:spMkLst>
            <pc:docMk/>
            <pc:sldMk cId="1492676212" sldId="393"/>
            <ac:spMk id="2" creationId="{9FE99EEE-B6FD-DD2B-EA54-651E584C5EFE}"/>
          </ac:spMkLst>
        </pc:spChg>
        <pc:spChg chg="add del mod ord">
          <ac:chgData name="전강은" userId="49380e6b-94e7-4acd-907f-703ee8ea53da" providerId="ADAL" clId="{036431DF-26A4-AD42-A112-5164CCC6B294}" dt="2023-12-27T04:46:15.875" v="1035" actId="478"/>
          <ac:spMkLst>
            <pc:docMk/>
            <pc:sldMk cId="1492676212" sldId="393"/>
            <ac:spMk id="3" creationId="{808ACF8D-3E72-D291-6EC4-E2E811E15F84}"/>
          </ac:spMkLst>
        </pc:spChg>
        <pc:spChg chg="del mod ord">
          <ac:chgData name="전강은" userId="49380e6b-94e7-4acd-907f-703ee8ea53da" providerId="ADAL" clId="{036431DF-26A4-AD42-A112-5164CCC6B294}" dt="2023-12-27T04:46:02.517" v="1032" actId="478"/>
          <ac:spMkLst>
            <pc:docMk/>
            <pc:sldMk cId="1492676212" sldId="393"/>
            <ac:spMk id="4" creationId="{1CF5AD4D-5CE0-0E4A-0C09-5CC183ADDE3D}"/>
          </ac:spMkLst>
        </pc:spChg>
      </pc:sldChg>
      <pc:sldChg chg="addSp delSp modSp add mod modTransition modClrScheme chgLayout">
        <pc:chgData name="전강은" userId="49380e6b-94e7-4acd-907f-703ee8ea53da" providerId="ADAL" clId="{036431DF-26A4-AD42-A112-5164CCC6B294}" dt="2023-12-27T04:47:48.019" v="1048" actId="207"/>
        <pc:sldMkLst>
          <pc:docMk/>
          <pc:sldMk cId="1031721710" sldId="394"/>
        </pc:sldMkLst>
        <pc:spChg chg="mod ord">
          <ac:chgData name="전강은" userId="49380e6b-94e7-4acd-907f-703ee8ea53da" providerId="ADAL" clId="{036431DF-26A4-AD42-A112-5164CCC6B294}" dt="2023-12-27T04:45:55.136" v="1030" actId="700"/>
          <ac:spMkLst>
            <pc:docMk/>
            <pc:sldMk cId="1031721710" sldId="394"/>
            <ac:spMk id="2" creationId="{5EAA274B-00E8-C7F2-6723-D20D0AB68363}"/>
          </ac:spMkLst>
        </pc:spChg>
        <pc:spChg chg="add del mod ord">
          <ac:chgData name="전강은" userId="49380e6b-94e7-4acd-907f-703ee8ea53da" providerId="ADAL" clId="{036431DF-26A4-AD42-A112-5164CCC6B294}" dt="2023-12-27T04:46:12.934" v="1034" actId="478"/>
          <ac:spMkLst>
            <pc:docMk/>
            <pc:sldMk cId="1031721710" sldId="394"/>
            <ac:spMk id="3" creationId="{6D58C6D4-9978-CEF2-52B7-1903689E3E08}"/>
          </ac:spMkLst>
        </pc:spChg>
        <pc:spChg chg="del mod ord">
          <ac:chgData name="전강은" userId="49380e6b-94e7-4acd-907f-703ee8ea53da" providerId="ADAL" clId="{036431DF-26A4-AD42-A112-5164CCC6B294}" dt="2023-12-27T04:45:58.982" v="1031" actId="478"/>
          <ac:spMkLst>
            <pc:docMk/>
            <pc:sldMk cId="1031721710" sldId="394"/>
            <ac:spMk id="4" creationId="{0E216681-9693-41AA-56BE-4D94F2326CE3}"/>
          </ac:spMkLst>
        </pc:spChg>
        <pc:spChg chg="mod">
          <ac:chgData name="전강은" userId="49380e6b-94e7-4acd-907f-703ee8ea53da" providerId="ADAL" clId="{036431DF-26A4-AD42-A112-5164CCC6B294}" dt="2023-12-27T04:47:48.019" v="1048" actId="207"/>
          <ac:spMkLst>
            <pc:docMk/>
            <pc:sldMk cId="1031721710" sldId="394"/>
            <ac:spMk id="6" creationId="{791CFD7F-6FFD-8E29-8AC6-7E7434BB665E}"/>
          </ac:spMkLst>
        </pc:spChg>
      </pc:sldChg>
      <pc:sldChg chg="addSp delSp modSp add mod modTransition modClrScheme chgLayout">
        <pc:chgData name="전강은" userId="49380e6b-94e7-4acd-907f-703ee8ea53da" providerId="ADAL" clId="{036431DF-26A4-AD42-A112-5164CCC6B294}" dt="2023-12-27T04:47:14.389" v="1043" actId="478"/>
        <pc:sldMkLst>
          <pc:docMk/>
          <pc:sldMk cId="2772141799" sldId="396"/>
        </pc:sldMkLst>
        <pc:spChg chg="mod ord">
          <ac:chgData name="전강은" userId="49380e6b-94e7-4acd-907f-703ee8ea53da" providerId="ADAL" clId="{036431DF-26A4-AD42-A112-5164CCC6B294}" dt="2023-12-27T04:47:12.434" v="1042" actId="700"/>
          <ac:spMkLst>
            <pc:docMk/>
            <pc:sldMk cId="2772141799" sldId="396"/>
            <ac:spMk id="2" creationId="{43D4B33A-F3A7-6352-DD9A-FE56929CC2F1}"/>
          </ac:spMkLst>
        </pc:spChg>
        <pc:spChg chg="add mod ord">
          <ac:chgData name="전강은" userId="49380e6b-94e7-4acd-907f-703ee8ea53da" providerId="ADAL" clId="{036431DF-26A4-AD42-A112-5164CCC6B294}" dt="2023-12-27T04:47:12.434" v="1042" actId="700"/>
          <ac:spMkLst>
            <pc:docMk/>
            <pc:sldMk cId="2772141799" sldId="396"/>
            <ac:spMk id="3" creationId="{C3959BFE-0E2F-96AB-C578-C81108A5198D}"/>
          </ac:spMkLst>
        </pc:spChg>
        <pc:spChg chg="del mod ord">
          <ac:chgData name="전강은" userId="49380e6b-94e7-4acd-907f-703ee8ea53da" providerId="ADAL" clId="{036431DF-26A4-AD42-A112-5164CCC6B294}" dt="2023-12-27T04:47:14.389" v="1043" actId="478"/>
          <ac:spMkLst>
            <pc:docMk/>
            <pc:sldMk cId="2772141799" sldId="396"/>
            <ac:spMk id="4" creationId="{17BDB98C-1C48-5FB6-CA55-CD0E2C6DA13A}"/>
          </ac:spMkLst>
        </pc:spChg>
      </pc:sldChg>
      <pc:sldChg chg="addSp delSp modSp add del mod modTransition modClrScheme chgLayout">
        <pc:chgData name="전강은" userId="49380e6b-94e7-4acd-907f-703ee8ea53da" providerId="ADAL" clId="{036431DF-26A4-AD42-A112-5164CCC6B294}" dt="2023-12-27T04:45:36.286" v="1028"/>
        <pc:sldMkLst>
          <pc:docMk/>
          <pc:sldMk cId="1268003512" sldId="401"/>
        </pc:sldMkLst>
        <pc:spChg chg="add del mod ord">
          <ac:chgData name="전강은" userId="49380e6b-94e7-4acd-907f-703ee8ea53da" providerId="ADAL" clId="{036431DF-26A4-AD42-A112-5164CCC6B294}" dt="2023-12-27T04:44:49.156" v="1018" actId="478"/>
          <ac:spMkLst>
            <pc:docMk/>
            <pc:sldMk cId="1268003512" sldId="401"/>
            <ac:spMk id="2" creationId="{0D448F4A-1133-123A-C402-F3A20D1B252A}"/>
          </ac:spMkLst>
        </pc:spChg>
        <pc:spChg chg="add del mod ord">
          <ac:chgData name="전강은" userId="49380e6b-94e7-4acd-907f-703ee8ea53da" providerId="ADAL" clId="{036431DF-26A4-AD42-A112-5164CCC6B294}" dt="2023-12-27T04:44:16.310" v="1006" actId="700"/>
          <ac:spMkLst>
            <pc:docMk/>
            <pc:sldMk cId="1268003512" sldId="401"/>
            <ac:spMk id="2" creationId="{BC01A84A-DEFE-C42B-ED4E-FE603AE3DA44}"/>
          </ac:spMkLst>
        </pc:spChg>
        <pc:spChg chg="add del mod">
          <ac:chgData name="전강은" userId="49380e6b-94e7-4acd-907f-703ee8ea53da" providerId="ADAL" clId="{036431DF-26A4-AD42-A112-5164CCC6B294}" dt="2023-12-27T04:45:06.495" v="1024" actId="767"/>
          <ac:spMkLst>
            <pc:docMk/>
            <pc:sldMk cId="1268003512" sldId="401"/>
            <ac:spMk id="3" creationId="{D438AE85-F45C-60F8-5696-3B73017F1471}"/>
          </ac:spMkLst>
        </pc:spChg>
        <pc:spChg chg="del mod ord">
          <ac:chgData name="전강은" userId="49380e6b-94e7-4acd-907f-703ee8ea53da" providerId="ADAL" clId="{036431DF-26A4-AD42-A112-5164CCC6B294}" dt="2023-12-27T04:44:46.207" v="1017" actId="478"/>
          <ac:spMkLst>
            <pc:docMk/>
            <pc:sldMk cId="1268003512" sldId="401"/>
            <ac:spMk id="4" creationId="{5A47647A-75A2-6065-CBA1-9EF1630AEF44}"/>
          </ac:spMkLst>
        </pc:spChg>
        <pc:spChg chg="mod ord">
          <ac:chgData name="전강은" userId="49380e6b-94e7-4acd-907f-703ee8ea53da" providerId="ADAL" clId="{036431DF-26A4-AD42-A112-5164CCC6B294}" dt="2023-12-27T04:45:19.175" v="1027" actId="700"/>
          <ac:spMkLst>
            <pc:docMk/>
            <pc:sldMk cId="1268003512" sldId="401"/>
            <ac:spMk id="5" creationId="{BF7165AE-61A0-44D3-46E2-780B7B85F145}"/>
          </ac:spMkLst>
        </pc:spChg>
        <pc:spChg chg="add del mod">
          <ac:chgData name="전강은" userId="49380e6b-94e7-4acd-907f-703ee8ea53da" providerId="ADAL" clId="{036431DF-26A4-AD42-A112-5164CCC6B294}" dt="2023-12-27T04:45:08.330" v="1026" actId="767"/>
          <ac:spMkLst>
            <pc:docMk/>
            <pc:sldMk cId="1268003512" sldId="401"/>
            <ac:spMk id="6" creationId="{35FFAEC6-B821-F43C-D800-2243C290C71A}"/>
          </ac:spMkLst>
        </pc:spChg>
        <pc:spChg chg="add mod ord">
          <ac:chgData name="전강은" userId="49380e6b-94e7-4acd-907f-703ee8ea53da" providerId="ADAL" clId="{036431DF-26A4-AD42-A112-5164CCC6B294}" dt="2023-12-27T04:45:19.175" v="1027" actId="700"/>
          <ac:spMkLst>
            <pc:docMk/>
            <pc:sldMk cId="1268003512" sldId="401"/>
            <ac:spMk id="8" creationId="{6604C16D-07DE-5B69-7092-E80B6F9AEB3F}"/>
          </ac:spMkLst>
        </pc:spChg>
        <pc:spChg chg="add mod">
          <ac:chgData name="전강은" userId="49380e6b-94e7-4acd-907f-703ee8ea53da" providerId="ADAL" clId="{036431DF-26A4-AD42-A112-5164CCC6B294}" dt="2023-12-27T04:45:36.286" v="1028"/>
          <ac:spMkLst>
            <pc:docMk/>
            <pc:sldMk cId="1268003512" sldId="401"/>
            <ac:spMk id="9" creationId="{DDFE919C-B6FA-8658-8856-2AA7401C2BE5}"/>
          </ac:spMkLst>
        </pc:spChg>
      </pc:sldChg>
      <pc:sldChg chg="addSp delSp modSp new mod">
        <pc:chgData name="전강은" userId="49380e6b-94e7-4acd-907f-703ee8ea53da" providerId="ADAL" clId="{036431DF-26A4-AD42-A112-5164CCC6B294}" dt="2023-12-27T05:12:11.566" v="1283" actId="1076"/>
        <pc:sldMkLst>
          <pc:docMk/>
          <pc:sldMk cId="300450278" sldId="402"/>
        </pc:sldMkLst>
        <pc:spChg chg="mod">
          <ac:chgData name="전강은" userId="49380e6b-94e7-4acd-907f-703ee8ea53da" providerId="ADAL" clId="{036431DF-26A4-AD42-A112-5164CCC6B294}" dt="2023-12-27T04:51:29.134" v="1094" actId="20577"/>
          <ac:spMkLst>
            <pc:docMk/>
            <pc:sldMk cId="300450278" sldId="402"/>
            <ac:spMk id="2" creationId="{226486D7-56DB-5113-228B-450D27683102}"/>
          </ac:spMkLst>
        </pc:spChg>
        <pc:spChg chg="del">
          <ac:chgData name="전강은" userId="49380e6b-94e7-4acd-907f-703ee8ea53da" providerId="ADAL" clId="{036431DF-26A4-AD42-A112-5164CCC6B294}" dt="2023-12-27T05:00:07.538" v="1095" actId="478"/>
          <ac:spMkLst>
            <pc:docMk/>
            <pc:sldMk cId="300450278" sldId="402"/>
            <ac:spMk id="3" creationId="{1AF05A8C-ADF1-C75C-869F-14B5BCB957FF}"/>
          </ac:spMkLst>
        </pc:spChg>
        <pc:spChg chg="add mod">
          <ac:chgData name="전강은" userId="49380e6b-94e7-4acd-907f-703ee8ea53da" providerId="ADAL" clId="{036431DF-26A4-AD42-A112-5164CCC6B294}" dt="2023-12-27T05:12:11.566" v="1283" actId="1076"/>
          <ac:spMkLst>
            <pc:docMk/>
            <pc:sldMk cId="300450278" sldId="402"/>
            <ac:spMk id="6" creationId="{BFEFE8A2-8597-F35A-120E-05B3376948C6}"/>
          </ac:spMkLst>
        </pc:spChg>
        <pc:spChg chg="add mod">
          <ac:chgData name="전강은" userId="49380e6b-94e7-4acd-907f-703ee8ea53da" providerId="ADAL" clId="{036431DF-26A4-AD42-A112-5164CCC6B294}" dt="2023-12-27T05:12:11.566" v="1283" actId="1076"/>
          <ac:spMkLst>
            <pc:docMk/>
            <pc:sldMk cId="300450278" sldId="402"/>
            <ac:spMk id="7" creationId="{BC63E86C-6327-1D77-E02B-217A7731CC53}"/>
          </ac:spMkLst>
        </pc:spChg>
        <pc:grpChg chg="add mod">
          <ac:chgData name="전강은" userId="49380e6b-94e7-4acd-907f-703ee8ea53da" providerId="ADAL" clId="{036431DF-26A4-AD42-A112-5164CCC6B294}" dt="2023-12-27T05:12:11.566" v="1283" actId="1076"/>
          <ac:grpSpMkLst>
            <pc:docMk/>
            <pc:sldMk cId="300450278" sldId="402"/>
            <ac:grpSpMk id="10" creationId="{9AFB5C55-F67B-52CE-B92C-4BCA2532F67E}"/>
          </ac:grpSpMkLst>
        </pc:grpChg>
        <pc:picChg chg="add mod modCrop">
          <ac:chgData name="전강은" userId="49380e6b-94e7-4acd-907f-703ee8ea53da" providerId="ADAL" clId="{036431DF-26A4-AD42-A112-5164CCC6B294}" dt="2023-12-27T05:12:11.566" v="1283" actId="1076"/>
          <ac:picMkLst>
            <pc:docMk/>
            <pc:sldMk cId="300450278" sldId="402"/>
            <ac:picMk id="8" creationId="{C124CC98-0815-944E-E1E1-333FAD1C3F73}"/>
          </ac:picMkLst>
        </pc:picChg>
        <pc:picChg chg="add del mod">
          <ac:chgData name="전강은" userId="49380e6b-94e7-4acd-907f-703ee8ea53da" providerId="ADAL" clId="{036431DF-26A4-AD42-A112-5164CCC6B294}" dt="2023-12-27T05:11:28.105" v="1273" actId="478"/>
          <ac:picMkLst>
            <pc:docMk/>
            <pc:sldMk cId="300450278" sldId="402"/>
            <ac:picMk id="5122" creationId="{7138D4B0-464E-A699-8E38-1658C5BA2667}"/>
          </ac:picMkLst>
        </pc:picChg>
        <pc:picChg chg="add mod">
          <ac:chgData name="전강은" userId="49380e6b-94e7-4acd-907f-703ee8ea53da" providerId="ADAL" clId="{036431DF-26A4-AD42-A112-5164CCC6B294}" dt="2023-12-27T05:12:11.566" v="1283" actId="1076"/>
          <ac:picMkLst>
            <pc:docMk/>
            <pc:sldMk cId="300450278" sldId="402"/>
            <ac:picMk id="5124" creationId="{E4166B0C-4483-6B69-15E0-B814C18DA0E2}"/>
          </ac:picMkLst>
        </pc:picChg>
        <pc:cxnChg chg="add mod">
          <ac:chgData name="전강은" userId="49380e6b-94e7-4acd-907f-703ee8ea53da" providerId="ADAL" clId="{036431DF-26A4-AD42-A112-5164CCC6B294}" dt="2023-12-27T05:12:11.566" v="1283" actId="1076"/>
          <ac:cxnSpMkLst>
            <pc:docMk/>
            <pc:sldMk cId="300450278" sldId="402"/>
            <ac:cxnSpMk id="5" creationId="{7DADF08D-93AD-BC3E-6961-0841B128A093}"/>
          </ac:cxnSpMkLst>
        </pc:cxnChg>
      </pc:sldChg>
      <pc:sldChg chg="addSp delSp modSp new mod">
        <pc:chgData name="전강은" userId="49380e6b-94e7-4acd-907f-703ee8ea53da" providerId="ADAL" clId="{036431DF-26A4-AD42-A112-5164CCC6B294}" dt="2023-12-27T05:29:44.624" v="1290" actId="1076"/>
        <pc:sldMkLst>
          <pc:docMk/>
          <pc:sldMk cId="1788524587" sldId="403"/>
        </pc:sldMkLst>
        <pc:spChg chg="mod">
          <ac:chgData name="전강은" userId="49380e6b-94e7-4acd-907f-703ee8ea53da" providerId="ADAL" clId="{036431DF-26A4-AD42-A112-5164CCC6B294}" dt="2023-12-27T05:10:52.645" v="1272" actId="20577"/>
          <ac:spMkLst>
            <pc:docMk/>
            <pc:sldMk cId="1788524587" sldId="403"/>
            <ac:spMk id="2" creationId="{A0CBFE24-61BE-F1A9-041E-1103453AEBEE}"/>
          </ac:spMkLst>
        </pc:spChg>
        <pc:spChg chg="del">
          <ac:chgData name="전강은" userId="49380e6b-94e7-4acd-907f-703ee8ea53da" providerId="ADAL" clId="{036431DF-26A4-AD42-A112-5164CCC6B294}" dt="2023-12-27T05:29:36.901" v="1285" actId="478"/>
          <ac:spMkLst>
            <pc:docMk/>
            <pc:sldMk cId="1788524587" sldId="403"/>
            <ac:spMk id="3" creationId="{F08EF00C-83D6-5C04-6E4E-2C13AD436E9C}"/>
          </ac:spMkLst>
        </pc:spChg>
        <pc:picChg chg="add mod">
          <ac:chgData name="전강은" userId="49380e6b-94e7-4acd-907f-703ee8ea53da" providerId="ADAL" clId="{036431DF-26A4-AD42-A112-5164CCC6B294}" dt="2023-12-27T05:29:44.624" v="1290" actId="1076"/>
          <ac:picMkLst>
            <pc:docMk/>
            <pc:sldMk cId="1788524587" sldId="403"/>
            <ac:picMk id="5" creationId="{94A2F9FD-2C47-3B7C-6C51-53FB97EC2E3F}"/>
          </ac:picMkLst>
        </pc:picChg>
      </pc:sldChg>
      <pc:sldChg chg="addSp delSp modSp new mod">
        <pc:chgData name="전강은" userId="49380e6b-94e7-4acd-907f-703ee8ea53da" providerId="ADAL" clId="{036431DF-26A4-AD42-A112-5164CCC6B294}" dt="2023-12-27T05:32:38.237" v="1326" actId="732"/>
        <pc:sldMkLst>
          <pc:docMk/>
          <pc:sldMk cId="2072828481" sldId="404"/>
        </pc:sldMkLst>
        <pc:spChg chg="mod">
          <ac:chgData name="전강은" userId="49380e6b-94e7-4acd-907f-703ee8ea53da" providerId="ADAL" clId="{036431DF-26A4-AD42-A112-5164CCC6B294}" dt="2023-12-27T05:30:06.675" v="1310" actId="20577"/>
          <ac:spMkLst>
            <pc:docMk/>
            <pc:sldMk cId="2072828481" sldId="404"/>
            <ac:spMk id="2" creationId="{449C0990-73F2-AF95-FD81-4302B8B97C4D}"/>
          </ac:spMkLst>
        </pc:spChg>
        <pc:spChg chg="del">
          <ac:chgData name="전강은" userId="49380e6b-94e7-4acd-907f-703ee8ea53da" providerId="ADAL" clId="{036431DF-26A4-AD42-A112-5164CCC6B294}" dt="2023-12-27T05:30:35.104" v="1311" actId="478"/>
          <ac:spMkLst>
            <pc:docMk/>
            <pc:sldMk cId="2072828481" sldId="404"/>
            <ac:spMk id="3" creationId="{45068FB0-D685-6A81-6739-883CD25642AF}"/>
          </ac:spMkLst>
        </pc:spChg>
        <pc:spChg chg="add mod">
          <ac:chgData name="전강은" userId="49380e6b-94e7-4acd-907f-703ee8ea53da" providerId="ADAL" clId="{036431DF-26A4-AD42-A112-5164CCC6B294}" dt="2023-12-27T05:31:30.859" v="1324" actId="1076"/>
          <ac:spMkLst>
            <pc:docMk/>
            <pc:sldMk cId="2072828481" sldId="404"/>
            <ac:spMk id="6" creationId="{5C7EEA7F-9882-00EB-5023-36D7276F6F52}"/>
          </ac:spMkLst>
        </pc:spChg>
        <pc:picChg chg="add mod modCrop">
          <ac:chgData name="전강은" userId="49380e6b-94e7-4acd-907f-703ee8ea53da" providerId="ADAL" clId="{036431DF-26A4-AD42-A112-5164CCC6B294}" dt="2023-12-27T05:32:38.237" v="1326" actId="732"/>
          <ac:picMkLst>
            <pc:docMk/>
            <pc:sldMk cId="2072828481" sldId="404"/>
            <ac:picMk id="5" creationId="{D079BE88-63C6-CFB2-42A1-3B3762ABB123}"/>
          </ac:picMkLst>
        </pc:picChg>
      </pc:sldChg>
      <pc:sldChg chg="addSp delSp modSp new mod">
        <pc:chgData name="전강은" userId="49380e6b-94e7-4acd-907f-703ee8ea53da" providerId="ADAL" clId="{036431DF-26A4-AD42-A112-5164CCC6B294}" dt="2023-12-27T05:33:56.859" v="1353" actId="1076"/>
        <pc:sldMkLst>
          <pc:docMk/>
          <pc:sldMk cId="1281529633" sldId="405"/>
        </pc:sldMkLst>
        <pc:spChg chg="mod">
          <ac:chgData name="전강은" userId="49380e6b-94e7-4acd-907f-703ee8ea53da" providerId="ADAL" clId="{036431DF-26A4-AD42-A112-5164CCC6B294}" dt="2023-12-27T05:33:34.335" v="1346" actId="20577"/>
          <ac:spMkLst>
            <pc:docMk/>
            <pc:sldMk cId="1281529633" sldId="405"/>
            <ac:spMk id="2" creationId="{1DF0F17A-660B-40BD-2C34-90DA27FD59FB}"/>
          </ac:spMkLst>
        </pc:spChg>
        <pc:spChg chg="del">
          <ac:chgData name="전강은" userId="49380e6b-94e7-4acd-907f-703ee8ea53da" providerId="ADAL" clId="{036431DF-26A4-AD42-A112-5164CCC6B294}" dt="2023-12-27T05:33:50.370" v="1347" actId="478"/>
          <ac:spMkLst>
            <pc:docMk/>
            <pc:sldMk cId="1281529633" sldId="405"/>
            <ac:spMk id="3" creationId="{D96822A8-3E7B-4869-F4AF-77D688EFB913}"/>
          </ac:spMkLst>
        </pc:spChg>
        <pc:picChg chg="add mod">
          <ac:chgData name="전강은" userId="49380e6b-94e7-4acd-907f-703ee8ea53da" providerId="ADAL" clId="{036431DF-26A4-AD42-A112-5164CCC6B294}" dt="2023-12-27T05:33:56.859" v="1353" actId="1076"/>
          <ac:picMkLst>
            <pc:docMk/>
            <pc:sldMk cId="1281529633" sldId="405"/>
            <ac:picMk id="5" creationId="{10419AB4-DEC7-2103-EFAE-7FB4D2B3D16A}"/>
          </ac:picMkLst>
        </pc:picChg>
      </pc:sldChg>
      <pc:sldChg chg="modSp new del mod">
        <pc:chgData name="전강은" userId="49380e6b-94e7-4acd-907f-703ee8ea53da" providerId="ADAL" clId="{036431DF-26A4-AD42-A112-5164CCC6B294}" dt="2023-12-27T05:35:08.948" v="1406" actId="2696"/>
        <pc:sldMkLst>
          <pc:docMk/>
          <pc:sldMk cId="255011166" sldId="406"/>
        </pc:sldMkLst>
        <pc:spChg chg="mod">
          <ac:chgData name="전강은" userId="49380e6b-94e7-4acd-907f-703ee8ea53da" providerId="ADAL" clId="{036431DF-26A4-AD42-A112-5164CCC6B294}" dt="2023-12-27T05:34:19.283" v="1405" actId="20577"/>
          <ac:spMkLst>
            <pc:docMk/>
            <pc:sldMk cId="255011166" sldId="406"/>
            <ac:spMk id="2" creationId="{22CBA8E7-6C0D-22F7-235E-68C40105A224}"/>
          </ac:spMkLst>
        </pc:spChg>
      </pc:sldChg>
      <pc:sldChg chg="addSp delSp modSp new mod">
        <pc:chgData name="전강은" userId="49380e6b-94e7-4acd-907f-703ee8ea53da" providerId="ADAL" clId="{036431DF-26A4-AD42-A112-5164CCC6B294}" dt="2023-12-27T05:36:54.513" v="1457" actId="1076"/>
        <pc:sldMkLst>
          <pc:docMk/>
          <pc:sldMk cId="299295627" sldId="406"/>
        </pc:sldMkLst>
        <pc:spChg chg="mod">
          <ac:chgData name="전강은" userId="49380e6b-94e7-4acd-907f-703ee8ea53da" providerId="ADAL" clId="{036431DF-26A4-AD42-A112-5164CCC6B294}" dt="2023-12-27T05:35:36.453" v="1442" actId="20577"/>
          <ac:spMkLst>
            <pc:docMk/>
            <pc:sldMk cId="299295627" sldId="406"/>
            <ac:spMk id="2" creationId="{6785C1C0-C4FB-C480-96C5-F3FD8D3EDFAA}"/>
          </ac:spMkLst>
        </pc:spChg>
        <pc:spChg chg="del">
          <ac:chgData name="전강은" userId="49380e6b-94e7-4acd-907f-703ee8ea53da" providerId="ADAL" clId="{036431DF-26A4-AD42-A112-5164CCC6B294}" dt="2023-12-27T05:36:03.914" v="1443" actId="478"/>
          <ac:spMkLst>
            <pc:docMk/>
            <pc:sldMk cId="299295627" sldId="406"/>
            <ac:spMk id="3" creationId="{7918AA26-A21E-029E-6527-74115CF0162A}"/>
          </ac:spMkLst>
        </pc:spChg>
        <pc:picChg chg="add mod">
          <ac:chgData name="전강은" userId="49380e6b-94e7-4acd-907f-703ee8ea53da" providerId="ADAL" clId="{036431DF-26A4-AD42-A112-5164CCC6B294}" dt="2023-12-27T05:36:54.513" v="1457" actId="1076"/>
          <ac:picMkLst>
            <pc:docMk/>
            <pc:sldMk cId="299295627" sldId="406"/>
            <ac:picMk id="5" creationId="{FACEF321-3990-CB7D-3780-5D945D6EE15D}"/>
          </ac:picMkLst>
        </pc:picChg>
      </pc:sldChg>
      <pc:sldChg chg="addSp delSp modSp add mod">
        <pc:chgData name="전강은" userId="49380e6b-94e7-4acd-907f-703ee8ea53da" providerId="ADAL" clId="{036431DF-26A4-AD42-A112-5164CCC6B294}" dt="2023-12-27T05:36:36.044" v="1453" actId="1076"/>
        <pc:sldMkLst>
          <pc:docMk/>
          <pc:sldMk cId="4118699704" sldId="407"/>
        </pc:sldMkLst>
        <pc:picChg chg="add mod">
          <ac:chgData name="전강은" userId="49380e6b-94e7-4acd-907f-703ee8ea53da" providerId="ADAL" clId="{036431DF-26A4-AD42-A112-5164CCC6B294}" dt="2023-12-27T05:36:36.044" v="1453" actId="1076"/>
          <ac:picMkLst>
            <pc:docMk/>
            <pc:sldMk cId="4118699704" sldId="407"/>
            <ac:picMk id="3" creationId="{F28E0045-9238-FED5-C126-1A4E3B201E6F}"/>
          </ac:picMkLst>
        </pc:picChg>
        <pc:picChg chg="del">
          <ac:chgData name="전강은" userId="49380e6b-94e7-4acd-907f-703ee8ea53da" providerId="ADAL" clId="{036431DF-26A4-AD42-A112-5164CCC6B294}" dt="2023-12-27T05:36:28.648" v="1448" actId="478"/>
          <ac:picMkLst>
            <pc:docMk/>
            <pc:sldMk cId="4118699704" sldId="407"/>
            <ac:picMk id="5" creationId="{FACEF321-3990-CB7D-3780-5D945D6EE15D}"/>
          </ac:picMkLst>
        </pc:picChg>
      </pc:sldChg>
      <pc:sldChg chg="addSp delSp modSp new mod">
        <pc:chgData name="전강은" userId="49380e6b-94e7-4acd-907f-703ee8ea53da" providerId="ADAL" clId="{036431DF-26A4-AD42-A112-5164CCC6B294}" dt="2023-12-27T05:42:19.986" v="1568" actId="20577"/>
        <pc:sldMkLst>
          <pc:docMk/>
          <pc:sldMk cId="2195321090" sldId="408"/>
        </pc:sldMkLst>
        <pc:spChg chg="mod">
          <ac:chgData name="전강은" userId="49380e6b-94e7-4acd-907f-703ee8ea53da" providerId="ADAL" clId="{036431DF-26A4-AD42-A112-5164CCC6B294}" dt="2023-12-27T05:37:36.076" v="1498" actId="20577"/>
          <ac:spMkLst>
            <pc:docMk/>
            <pc:sldMk cId="2195321090" sldId="408"/>
            <ac:spMk id="2" creationId="{864931AA-4ECF-FA6F-5223-B1D96C87045B}"/>
          </ac:spMkLst>
        </pc:spChg>
        <pc:spChg chg="del">
          <ac:chgData name="전강은" userId="49380e6b-94e7-4acd-907f-703ee8ea53da" providerId="ADAL" clId="{036431DF-26A4-AD42-A112-5164CCC6B294}" dt="2023-12-27T05:37:56.072" v="1499" actId="478"/>
          <ac:spMkLst>
            <pc:docMk/>
            <pc:sldMk cId="2195321090" sldId="408"/>
            <ac:spMk id="3" creationId="{A4ABAA0E-AFAD-03CE-A65F-5CDE672BC96D}"/>
          </ac:spMkLst>
        </pc:spChg>
        <pc:spChg chg="add mod">
          <ac:chgData name="전강은" userId="49380e6b-94e7-4acd-907f-703ee8ea53da" providerId="ADAL" clId="{036431DF-26A4-AD42-A112-5164CCC6B294}" dt="2023-12-27T05:42:19.986" v="1568" actId="20577"/>
          <ac:spMkLst>
            <pc:docMk/>
            <pc:sldMk cId="2195321090" sldId="408"/>
            <ac:spMk id="7" creationId="{6D701DC7-8D9F-4CB0-2B09-05E2D03F874E}"/>
          </ac:spMkLst>
        </pc:spChg>
        <pc:picChg chg="add mod">
          <ac:chgData name="전강은" userId="49380e6b-94e7-4acd-907f-703ee8ea53da" providerId="ADAL" clId="{036431DF-26A4-AD42-A112-5164CCC6B294}" dt="2023-12-27T05:37:59.433" v="1502" actId="14100"/>
          <ac:picMkLst>
            <pc:docMk/>
            <pc:sldMk cId="2195321090" sldId="408"/>
            <ac:picMk id="5" creationId="{372B4865-EE91-BD1E-41DA-DC3D445B9B76}"/>
          </ac:picMkLst>
        </pc:picChg>
      </pc:sldChg>
      <pc:sldChg chg="addSp delSp modSp new mod">
        <pc:chgData name="전강은" userId="49380e6b-94e7-4acd-907f-703ee8ea53da" providerId="ADAL" clId="{036431DF-26A4-AD42-A112-5164CCC6B294}" dt="2023-12-27T05:42:48.889" v="1570" actId="1076"/>
        <pc:sldMkLst>
          <pc:docMk/>
          <pc:sldMk cId="2103035850" sldId="409"/>
        </pc:sldMkLst>
        <pc:spChg chg="mod">
          <ac:chgData name="전강은" userId="49380e6b-94e7-4acd-907f-703ee8ea53da" providerId="ADAL" clId="{036431DF-26A4-AD42-A112-5164CCC6B294}" dt="2023-12-27T05:38:55.304" v="1538" actId="20577"/>
          <ac:spMkLst>
            <pc:docMk/>
            <pc:sldMk cId="2103035850" sldId="409"/>
            <ac:spMk id="2" creationId="{8DDA3007-2F6F-CEDD-D6F6-C01F4B58BA28}"/>
          </ac:spMkLst>
        </pc:spChg>
        <pc:spChg chg="del">
          <ac:chgData name="전강은" userId="49380e6b-94e7-4acd-907f-703ee8ea53da" providerId="ADAL" clId="{036431DF-26A4-AD42-A112-5164CCC6B294}" dt="2023-12-27T05:41:31.176" v="1539" actId="478"/>
          <ac:spMkLst>
            <pc:docMk/>
            <pc:sldMk cId="2103035850" sldId="409"/>
            <ac:spMk id="3" creationId="{AFD768DC-7EBF-FC4E-C2E0-FF8B7D2498BD}"/>
          </ac:spMkLst>
        </pc:spChg>
        <pc:spChg chg="add mod">
          <ac:chgData name="전강은" userId="49380e6b-94e7-4acd-907f-703ee8ea53da" providerId="ADAL" clId="{036431DF-26A4-AD42-A112-5164CCC6B294}" dt="2023-12-27T05:42:23.826" v="1569" actId="20577"/>
          <ac:spMkLst>
            <pc:docMk/>
            <pc:sldMk cId="2103035850" sldId="409"/>
            <ac:spMk id="6" creationId="{6AF08A40-0E2A-D8E8-A9D3-599F2D549265}"/>
          </ac:spMkLst>
        </pc:spChg>
        <pc:spChg chg="add del mod">
          <ac:chgData name="전강은" userId="49380e6b-94e7-4acd-907f-703ee8ea53da" providerId="ADAL" clId="{036431DF-26A4-AD42-A112-5164CCC6B294}" dt="2023-12-27T05:41:50.853" v="1544"/>
          <ac:spMkLst>
            <pc:docMk/>
            <pc:sldMk cId="2103035850" sldId="409"/>
            <ac:spMk id="7" creationId="{1F343D1F-C9BE-8349-2FF1-63EE29A386B7}"/>
          </ac:spMkLst>
        </pc:spChg>
        <pc:picChg chg="add mod">
          <ac:chgData name="전강은" userId="49380e6b-94e7-4acd-907f-703ee8ea53da" providerId="ADAL" clId="{036431DF-26A4-AD42-A112-5164CCC6B294}" dt="2023-12-27T05:42:48.889" v="1570" actId="1076"/>
          <ac:picMkLst>
            <pc:docMk/>
            <pc:sldMk cId="2103035850" sldId="409"/>
            <ac:picMk id="5" creationId="{7B90A6DF-32C6-1774-EA21-7AC02C25F09D}"/>
          </ac:picMkLst>
        </pc:picChg>
      </pc:sldChg>
      <pc:sldChg chg="modSp new del mod">
        <pc:chgData name="전강은" userId="49380e6b-94e7-4acd-907f-703ee8ea53da" providerId="ADAL" clId="{036431DF-26A4-AD42-A112-5164CCC6B294}" dt="2023-12-27T05:44:54.754" v="1590" actId="2696"/>
        <pc:sldMkLst>
          <pc:docMk/>
          <pc:sldMk cId="3441995264" sldId="410"/>
        </pc:sldMkLst>
        <pc:spChg chg="mod">
          <ac:chgData name="전강은" userId="49380e6b-94e7-4acd-907f-703ee8ea53da" providerId="ADAL" clId="{036431DF-26A4-AD42-A112-5164CCC6B294}" dt="2023-12-27T05:43:08.059" v="1589" actId="20577"/>
          <ac:spMkLst>
            <pc:docMk/>
            <pc:sldMk cId="3441995264" sldId="410"/>
            <ac:spMk id="2" creationId="{1ADA1B43-E02F-9F41-1D9B-77B423BB35F0}"/>
          </ac:spMkLst>
        </pc:spChg>
      </pc:sldChg>
      <pc:sldChg chg="addSp delSp modSp new mod">
        <pc:chgData name="전강은" userId="49380e6b-94e7-4acd-907f-703ee8ea53da" providerId="ADAL" clId="{036431DF-26A4-AD42-A112-5164CCC6B294}" dt="2023-12-27T05:47:49.944" v="1637" actId="20577"/>
        <pc:sldMkLst>
          <pc:docMk/>
          <pc:sldMk cId="4082429639" sldId="410"/>
        </pc:sldMkLst>
        <pc:spChg chg="mod">
          <ac:chgData name="전강은" userId="49380e6b-94e7-4acd-907f-703ee8ea53da" providerId="ADAL" clId="{036431DF-26A4-AD42-A112-5164CCC6B294}" dt="2023-12-27T05:47:49.944" v="1637" actId="20577"/>
          <ac:spMkLst>
            <pc:docMk/>
            <pc:sldMk cId="4082429639" sldId="410"/>
            <ac:spMk id="2" creationId="{8DDC4E5E-0329-C2FB-4770-5731C7990303}"/>
          </ac:spMkLst>
        </pc:spChg>
        <pc:spChg chg="del">
          <ac:chgData name="전강은" userId="49380e6b-94e7-4acd-907f-703ee8ea53da" providerId="ADAL" clId="{036431DF-26A4-AD42-A112-5164CCC6B294}" dt="2023-12-27T05:46:37.739" v="1603" actId="478"/>
          <ac:spMkLst>
            <pc:docMk/>
            <pc:sldMk cId="4082429639" sldId="410"/>
            <ac:spMk id="3" creationId="{8F233184-9B76-C89A-9FFB-25A2C99E5E1A}"/>
          </ac:spMkLst>
        </pc:spChg>
        <pc:picChg chg="add mod">
          <ac:chgData name="전강은" userId="49380e6b-94e7-4acd-907f-703ee8ea53da" providerId="ADAL" clId="{036431DF-26A4-AD42-A112-5164CCC6B294}" dt="2023-12-27T05:47:42.616" v="1609" actId="732"/>
          <ac:picMkLst>
            <pc:docMk/>
            <pc:sldMk cId="4082429639" sldId="410"/>
            <ac:picMk id="6146" creationId="{1AA489F3-476A-B7FE-B7B8-AC92ADD247F9}"/>
          </ac:picMkLst>
        </pc:picChg>
      </pc:sldChg>
      <pc:sldChg chg="addSp delSp modSp new mod modClrScheme chgLayout">
        <pc:chgData name="전강은" userId="49380e6b-94e7-4acd-907f-703ee8ea53da" providerId="ADAL" clId="{036431DF-26A4-AD42-A112-5164CCC6B294}" dt="2023-12-27T05:49:16.934" v="1658" actId="20577"/>
        <pc:sldMkLst>
          <pc:docMk/>
          <pc:sldMk cId="1063350751" sldId="411"/>
        </pc:sldMkLst>
        <pc:spChg chg="del mod ord">
          <ac:chgData name="전강은" userId="49380e6b-94e7-4acd-907f-703ee8ea53da" providerId="ADAL" clId="{036431DF-26A4-AD42-A112-5164CCC6B294}" dt="2023-12-27T05:49:07.723" v="1639" actId="700"/>
          <ac:spMkLst>
            <pc:docMk/>
            <pc:sldMk cId="1063350751" sldId="411"/>
            <ac:spMk id="2" creationId="{DC2A00E6-FF2A-E0A0-0CC3-017396053149}"/>
          </ac:spMkLst>
        </pc:spChg>
        <pc:spChg chg="del mod ord">
          <ac:chgData name="전강은" userId="49380e6b-94e7-4acd-907f-703ee8ea53da" providerId="ADAL" clId="{036431DF-26A4-AD42-A112-5164CCC6B294}" dt="2023-12-27T05:49:07.723" v="1639" actId="700"/>
          <ac:spMkLst>
            <pc:docMk/>
            <pc:sldMk cId="1063350751" sldId="411"/>
            <ac:spMk id="3" creationId="{5368B1DD-56DB-2819-E545-A60AEF10B859}"/>
          </ac:spMkLst>
        </pc:spChg>
        <pc:spChg chg="mod ord">
          <ac:chgData name="전강은" userId="49380e6b-94e7-4acd-907f-703ee8ea53da" providerId="ADAL" clId="{036431DF-26A4-AD42-A112-5164CCC6B294}" dt="2023-12-27T05:49:07.723" v="1639" actId="700"/>
          <ac:spMkLst>
            <pc:docMk/>
            <pc:sldMk cId="1063350751" sldId="411"/>
            <ac:spMk id="4" creationId="{A302B128-F1D8-6512-9B1E-4679FF61EAE4}"/>
          </ac:spMkLst>
        </pc:spChg>
        <pc:spChg chg="add mod ord">
          <ac:chgData name="전강은" userId="49380e6b-94e7-4acd-907f-703ee8ea53da" providerId="ADAL" clId="{036431DF-26A4-AD42-A112-5164CCC6B294}" dt="2023-12-27T05:49:16.934" v="1658" actId="20577"/>
          <ac:spMkLst>
            <pc:docMk/>
            <pc:sldMk cId="1063350751" sldId="411"/>
            <ac:spMk id="5" creationId="{1470163D-6062-2F30-3917-93722D5581A4}"/>
          </ac:spMkLst>
        </pc:spChg>
        <pc:spChg chg="add mod ord">
          <ac:chgData name="전강은" userId="49380e6b-94e7-4acd-907f-703ee8ea53da" providerId="ADAL" clId="{036431DF-26A4-AD42-A112-5164CCC6B294}" dt="2023-12-27T05:49:07.723" v="1639" actId="700"/>
          <ac:spMkLst>
            <pc:docMk/>
            <pc:sldMk cId="1063350751" sldId="411"/>
            <ac:spMk id="6" creationId="{B6B34833-8F38-0EAC-3B07-95FF3B4B914C}"/>
          </ac:spMkLst>
        </pc:spChg>
      </pc:sldChg>
      <pc:sldChg chg="addSp delSp modSp new mod modClrScheme chgLayout">
        <pc:chgData name="전강은" userId="49380e6b-94e7-4acd-907f-703ee8ea53da" providerId="ADAL" clId="{036431DF-26A4-AD42-A112-5164CCC6B294}" dt="2023-12-27T05:50:11.711" v="1700" actId="14100"/>
        <pc:sldMkLst>
          <pc:docMk/>
          <pc:sldMk cId="401744236" sldId="412"/>
        </pc:sldMkLst>
        <pc:spChg chg="del mod ord">
          <ac:chgData name="전강은" userId="49380e6b-94e7-4acd-907f-703ee8ea53da" providerId="ADAL" clId="{036431DF-26A4-AD42-A112-5164CCC6B294}" dt="2023-12-27T05:49:24.356" v="1660" actId="700"/>
          <ac:spMkLst>
            <pc:docMk/>
            <pc:sldMk cId="401744236" sldId="412"/>
            <ac:spMk id="2" creationId="{4FEE259E-1BAB-FC73-2BE7-BDF743D6F841}"/>
          </ac:spMkLst>
        </pc:spChg>
        <pc:spChg chg="del mod ord">
          <ac:chgData name="전강은" userId="49380e6b-94e7-4acd-907f-703ee8ea53da" providerId="ADAL" clId="{036431DF-26A4-AD42-A112-5164CCC6B294}" dt="2023-12-27T05:49:24.356" v="1660" actId="700"/>
          <ac:spMkLst>
            <pc:docMk/>
            <pc:sldMk cId="401744236" sldId="412"/>
            <ac:spMk id="3" creationId="{91B77108-2095-6FF7-076E-394142A21F33}"/>
          </ac:spMkLst>
        </pc:spChg>
        <pc:spChg chg="mod ord">
          <ac:chgData name="전강은" userId="49380e6b-94e7-4acd-907f-703ee8ea53da" providerId="ADAL" clId="{036431DF-26A4-AD42-A112-5164CCC6B294}" dt="2023-12-27T05:49:24.356" v="1660" actId="700"/>
          <ac:spMkLst>
            <pc:docMk/>
            <pc:sldMk cId="401744236" sldId="412"/>
            <ac:spMk id="4" creationId="{A7D230B3-6D52-B6BE-5C23-8304D7AF7797}"/>
          </ac:spMkLst>
        </pc:spChg>
        <pc:spChg chg="add mod ord">
          <ac:chgData name="전강은" userId="49380e6b-94e7-4acd-907f-703ee8ea53da" providerId="ADAL" clId="{036431DF-26A4-AD42-A112-5164CCC6B294}" dt="2023-12-27T05:49:29.981" v="1685" actId="20577"/>
          <ac:spMkLst>
            <pc:docMk/>
            <pc:sldMk cId="401744236" sldId="412"/>
            <ac:spMk id="5" creationId="{F94A53C7-DFE4-16E9-5C81-9AF1EFB3726E}"/>
          </ac:spMkLst>
        </pc:spChg>
        <pc:spChg chg="add del mod ord">
          <ac:chgData name="전강은" userId="49380e6b-94e7-4acd-907f-703ee8ea53da" providerId="ADAL" clId="{036431DF-26A4-AD42-A112-5164CCC6B294}" dt="2023-12-27T05:49:32.271" v="1686" actId="478"/>
          <ac:spMkLst>
            <pc:docMk/>
            <pc:sldMk cId="401744236" sldId="412"/>
            <ac:spMk id="6" creationId="{D7301846-9C11-FABE-0B1F-F3D30DA3DA2E}"/>
          </ac:spMkLst>
        </pc:spChg>
        <pc:picChg chg="add mod">
          <ac:chgData name="전강은" userId="49380e6b-94e7-4acd-907f-703ee8ea53da" providerId="ADAL" clId="{036431DF-26A4-AD42-A112-5164CCC6B294}" dt="2023-12-27T05:49:44.552" v="1690" actId="14100"/>
          <ac:picMkLst>
            <pc:docMk/>
            <pc:sldMk cId="401744236" sldId="412"/>
            <ac:picMk id="7" creationId="{565A2617-E979-2050-EF24-00D28CD2AC93}"/>
          </ac:picMkLst>
        </pc:picChg>
        <pc:picChg chg="add mod">
          <ac:chgData name="전강은" userId="49380e6b-94e7-4acd-907f-703ee8ea53da" providerId="ADAL" clId="{036431DF-26A4-AD42-A112-5164CCC6B294}" dt="2023-12-27T05:50:11.711" v="1700" actId="14100"/>
          <ac:picMkLst>
            <pc:docMk/>
            <pc:sldMk cId="401744236" sldId="412"/>
            <ac:picMk id="7170" creationId="{3339E759-187E-FBEF-E9EA-2E2895320F3F}"/>
          </ac:picMkLst>
        </pc:picChg>
        <pc:picChg chg="add mod">
          <ac:chgData name="전강은" userId="49380e6b-94e7-4acd-907f-703ee8ea53da" providerId="ADAL" clId="{036431DF-26A4-AD42-A112-5164CCC6B294}" dt="2023-12-27T05:50:05.721" v="1698" actId="1076"/>
          <ac:picMkLst>
            <pc:docMk/>
            <pc:sldMk cId="401744236" sldId="412"/>
            <ac:picMk id="7172" creationId="{1815D736-1947-82ED-09C8-70CFC4A55865}"/>
          </ac:picMkLst>
        </pc:picChg>
      </pc:sldChg>
      <pc:sldChg chg="add">
        <pc:chgData name="전강은" userId="49380e6b-94e7-4acd-907f-703ee8ea53da" providerId="ADAL" clId="{036431DF-26A4-AD42-A112-5164CCC6B294}" dt="2023-12-27T05:50:57.134" v="1701"/>
        <pc:sldMkLst>
          <pc:docMk/>
          <pc:sldMk cId="2012755065" sldId="413"/>
        </pc:sldMkLst>
      </pc:sldChg>
      <pc:sldChg chg="addSp modSp add mod">
        <pc:chgData name="전강은" userId="49380e6b-94e7-4acd-907f-703ee8ea53da" providerId="ADAL" clId="{036431DF-26A4-AD42-A112-5164CCC6B294}" dt="2023-12-27T05:52:10.663" v="1822" actId="14100"/>
        <pc:sldMkLst>
          <pc:docMk/>
          <pc:sldMk cId="2877867416" sldId="414"/>
        </pc:sldMkLst>
        <pc:spChg chg="add mod">
          <ac:chgData name="전강은" userId="49380e6b-94e7-4acd-907f-703ee8ea53da" providerId="ADAL" clId="{036431DF-26A4-AD42-A112-5164CCC6B294}" dt="2023-12-27T05:51:15.541" v="1704" actId="1076"/>
          <ac:spMkLst>
            <pc:docMk/>
            <pc:sldMk cId="2877867416" sldId="414"/>
            <ac:spMk id="2" creationId="{91D56860-A8C2-DEB9-A00F-13E1B498B57E}"/>
          </ac:spMkLst>
        </pc:spChg>
        <pc:spChg chg="add mod">
          <ac:chgData name="전강은" userId="49380e6b-94e7-4acd-907f-703ee8ea53da" providerId="ADAL" clId="{036431DF-26A4-AD42-A112-5164CCC6B294}" dt="2023-12-27T05:52:10.663" v="1822" actId="14100"/>
          <ac:spMkLst>
            <pc:docMk/>
            <pc:sldMk cId="2877867416" sldId="414"/>
            <ac:spMk id="3" creationId="{2F64062A-E01E-CBC5-971F-9C054D3196C8}"/>
          </ac:spMkLst>
        </pc:spChg>
      </pc:sldChg>
      <pc:sldChg chg="addSp modSp new mod">
        <pc:chgData name="전강은" userId="49380e6b-94e7-4acd-907f-703ee8ea53da" providerId="ADAL" clId="{036431DF-26A4-AD42-A112-5164CCC6B294}" dt="2023-12-27T05:54:20.239" v="2064" actId="114"/>
        <pc:sldMkLst>
          <pc:docMk/>
          <pc:sldMk cId="1222495833" sldId="415"/>
        </pc:sldMkLst>
        <pc:spChg chg="mod">
          <ac:chgData name="전강은" userId="49380e6b-94e7-4acd-907f-703ee8ea53da" providerId="ADAL" clId="{036431DF-26A4-AD42-A112-5164CCC6B294}" dt="2023-12-27T05:52:26.070" v="1852" actId="20577"/>
          <ac:spMkLst>
            <pc:docMk/>
            <pc:sldMk cId="1222495833" sldId="415"/>
            <ac:spMk id="2" creationId="{EFBE05B4-7FAE-2CD5-BC9F-48558DAA764F}"/>
          </ac:spMkLst>
        </pc:spChg>
        <pc:spChg chg="mod">
          <ac:chgData name="전강은" userId="49380e6b-94e7-4acd-907f-703ee8ea53da" providerId="ADAL" clId="{036431DF-26A4-AD42-A112-5164CCC6B294}" dt="2023-12-27T05:54:20.239" v="2064" actId="114"/>
          <ac:spMkLst>
            <pc:docMk/>
            <pc:sldMk cId="1222495833" sldId="415"/>
            <ac:spMk id="3" creationId="{8267E943-8E03-E522-61F9-9AE148AD4A1C}"/>
          </ac:spMkLst>
        </pc:spChg>
        <pc:picChg chg="add mod">
          <ac:chgData name="전강은" userId="49380e6b-94e7-4acd-907f-703ee8ea53da" providerId="ADAL" clId="{036431DF-26A4-AD42-A112-5164CCC6B294}" dt="2023-12-27T05:52:43.324" v="1857" actId="1076"/>
          <ac:picMkLst>
            <pc:docMk/>
            <pc:sldMk cId="1222495833" sldId="415"/>
            <ac:picMk id="5" creationId="{707CA273-DA64-E26A-D186-41B3BF1CB4F5}"/>
          </ac:picMkLst>
        </pc:picChg>
      </pc:sldChg>
      <pc:sldChg chg="addSp delSp modSp new mod">
        <pc:chgData name="전강은" userId="49380e6b-94e7-4acd-907f-703ee8ea53da" providerId="ADAL" clId="{036431DF-26A4-AD42-A112-5164CCC6B294}" dt="2023-12-27T05:55:18.930" v="2106" actId="20577"/>
        <pc:sldMkLst>
          <pc:docMk/>
          <pc:sldMk cId="3551170693" sldId="416"/>
        </pc:sldMkLst>
        <pc:spChg chg="mod">
          <ac:chgData name="전강은" userId="49380e6b-94e7-4acd-907f-703ee8ea53da" providerId="ADAL" clId="{036431DF-26A4-AD42-A112-5164CCC6B294}" dt="2023-12-27T05:55:18.930" v="2106" actId="20577"/>
          <ac:spMkLst>
            <pc:docMk/>
            <pc:sldMk cId="3551170693" sldId="416"/>
            <ac:spMk id="2" creationId="{93E0871C-B10C-476A-9241-7791B065E4E5}"/>
          </ac:spMkLst>
        </pc:spChg>
        <pc:spChg chg="del">
          <ac:chgData name="전강은" userId="49380e6b-94e7-4acd-907f-703ee8ea53da" providerId="ADAL" clId="{036431DF-26A4-AD42-A112-5164CCC6B294}" dt="2023-12-27T05:54:43.790" v="2066" actId="478"/>
          <ac:spMkLst>
            <pc:docMk/>
            <pc:sldMk cId="3551170693" sldId="416"/>
            <ac:spMk id="3" creationId="{DF33D00A-9B59-37DA-E4E1-EC257A4EB69B}"/>
          </ac:spMkLst>
        </pc:spChg>
        <pc:picChg chg="add del mod">
          <ac:chgData name="전강은" userId="49380e6b-94e7-4acd-907f-703ee8ea53da" providerId="ADAL" clId="{036431DF-26A4-AD42-A112-5164CCC6B294}" dt="2023-12-27T05:55:03.060" v="2072" actId="478"/>
          <ac:picMkLst>
            <pc:docMk/>
            <pc:sldMk cId="3551170693" sldId="416"/>
            <ac:picMk id="11266" creationId="{BAAE5C65-A10D-E4A4-4AA4-5F052F065BD5}"/>
          </ac:picMkLst>
        </pc:picChg>
        <pc:picChg chg="add mod">
          <ac:chgData name="전강은" userId="49380e6b-94e7-4acd-907f-703ee8ea53da" providerId="ADAL" clId="{036431DF-26A4-AD42-A112-5164CCC6B294}" dt="2023-12-27T05:55:09.387" v="2075" actId="1076"/>
          <ac:picMkLst>
            <pc:docMk/>
            <pc:sldMk cId="3551170693" sldId="416"/>
            <ac:picMk id="11268" creationId="{8EE5C29D-74FC-6BE2-1C4B-F8E6D6EE4568}"/>
          </ac:picMkLst>
        </pc:picChg>
      </pc:sldChg>
      <pc:sldMasterChg chg="addSldLayout delSldLayout modSldLayout sldLayoutOrd">
        <pc:chgData name="전강은" userId="49380e6b-94e7-4acd-907f-703ee8ea53da" providerId="ADAL" clId="{036431DF-26A4-AD42-A112-5164CCC6B294}" dt="2023-12-27T04:12:13.603" v="853" actId="11236"/>
        <pc:sldMasterMkLst>
          <pc:docMk/>
          <pc:sldMasterMk cId="0" sldId="2147483648"/>
        </pc:sldMasterMkLst>
        <pc:sldLayoutChg chg="new del mod ord">
          <pc:chgData name="전강은" userId="49380e6b-94e7-4acd-907f-703ee8ea53da" providerId="ADAL" clId="{036431DF-26A4-AD42-A112-5164CCC6B294}" dt="2023-12-27T04:12:13.603" v="853" actId="11236"/>
          <pc:sldLayoutMkLst>
            <pc:docMk/>
            <pc:sldMasterMk cId="0" sldId="2147483648"/>
            <pc:sldLayoutMk cId="3457422159" sldId="2147483655"/>
          </pc:sldLayoutMkLst>
        </pc:sldLayoutChg>
      </pc:sldMasterChg>
      <pc:sldMasterChg chg="modSp mod modSldLayout">
        <pc:chgData name="전강은" userId="49380e6b-94e7-4acd-907f-703ee8ea53da" providerId="ADAL" clId="{036431DF-26A4-AD42-A112-5164CCC6B294}" dt="2023-12-26T06:57:45.125" v="77" actId="20577"/>
        <pc:sldMasterMkLst>
          <pc:docMk/>
          <pc:sldMasterMk cId="0" sldId="2147483654"/>
        </pc:sldMasterMkLst>
        <pc:spChg chg="mod">
          <ac:chgData name="전강은" userId="49380e6b-94e7-4acd-907f-703ee8ea53da" providerId="ADAL" clId="{036431DF-26A4-AD42-A112-5164CCC6B294}" dt="2023-12-26T06:57:45.125" v="77" actId="20577"/>
          <ac:spMkLst>
            <pc:docMk/>
            <pc:sldMasterMk cId="0" sldId="2147483654"/>
            <ac:spMk id="7" creationId="{00000000-0000-0000-0000-000000000000}"/>
          </ac:spMkLst>
        </pc:spChg>
        <pc:sldLayoutChg chg="addSp delSp modSp">
          <pc:chgData name="전강은" userId="49380e6b-94e7-4acd-907f-703ee8ea53da" providerId="ADAL" clId="{036431DF-26A4-AD42-A112-5164CCC6B294}" dt="2023-12-26T06:57:01.959" v="1" actId="767"/>
          <pc:sldLayoutMkLst>
            <pc:docMk/>
            <pc:sldMasterMk cId="0" sldId="2147483648"/>
            <pc:sldLayoutMk cId="0" sldId="2147483649"/>
          </pc:sldLayoutMkLst>
          <pc:spChg chg="add del mod">
            <ac:chgData name="전강은" userId="49380e6b-94e7-4acd-907f-703ee8ea53da" providerId="ADAL" clId="{036431DF-26A4-AD42-A112-5164CCC6B294}" dt="2023-12-26T06:57:01.959" v="1" actId="767"/>
            <ac:spMkLst>
              <pc:docMk/>
              <pc:sldMasterMk cId="0" sldId="2147483648"/>
              <pc:sldLayoutMk cId="0" sldId="2147483649"/>
              <ac:spMk id="2" creationId="{48BF96D8-4229-A802-F40A-F1A4AC9E19BE}"/>
            </ac:spMkLst>
          </pc:spChg>
        </pc:sldLayoutChg>
      </pc:sldMasterChg>
    </pc:docChg>
  </pc:docChgLst>
  <pc:docChgLst>
    <pc:chgData name="고종환" userId="6ce366c1-83f5-4caf-959e-7014a8ad0466" providerId="ADAL" clId="{B534E1B3-9E3E-3046-9934-095DD3ECCA87}"/>
    <pc:docChg chg="undo custSel addSld modSld">
      <pc:chgData name="고종환" userId="6ce366c1-83f5-4caf-959e-7014a8ad0466" providerId="ADAL" clId="{B534E1B3-9E3E-3046-9934-095DD3ECCA87}" dt="2023-12-27T03:55:01.659" v="339" actId="20577"/>
      <pc:docMkLst>
        <pc:docMk/>
      </pc:docMkLst>
      <pc:sldChg chg="modSp mod">
        <pc:chgData name="고종환" userId="6ce366c1-83f5-4caf-959e-7014a8ad0466" providerId="ADAL" clId="{B534E1B3-9E3E-3046-9934-095DD3ECCA87}" dt="2023-12-26T23:45:48.323" v="54" actId="20577"/>
        <pc:sldMkLst>
          <pc:docMk/>
          <pc:sldMk cId="0" sldId="257"/>
        </pc:sldMkLst>
        <pc:spChg chg="mod">
          <ac:chgData name="고종환" userId="6ce366c1-83f5-4caf-959e-7014a8ad0466" providerId="ADAL" clId="{B534E1B3-9E3E-3046-9934-095DD3ECCA87}" dt="2023-12-26T23:45:48.323" v="54" actId="20577"/>
          <ac:spMkLst>
            <pc:docMk/>
            <pc:sldMk cId="0" sldId="257"/>
            <ac:spMk id="86" creationId="{00000000-0000-0000-0000-000000000000}"/>
          </ac:spMkLst>
        </pc:spChg>
      </pc:sldChg>
      <pc:sldChg chg="modSp mod">
        <pc:chgData name="고종환" userId="6ce366c1-83f5-4caf-959e-7014a8ad0466" providerId="ADAL" clId="{B534E1B3-9E3E-3046-9934-095DD3ECCA87}" dt="2023-12-26T23:45:19.480" v="31" actId="108"/>
        <pc:sldMkLst>
          <pc:docMk/>
          <pc:sldMk cId="0" sldId="258"/>
        </pc:sldMkLst>
        <pc:spChg chg="mod">
          <ac:chgData name="고종환" userId="6ce366c1-83f5-4caf-959e-7014a8ad0466" providerId="ADAL" clId="{B534E1B3-9E3E-3046-9934-095DD3ECCA87}" dt="2023-12-26T23:45:19.480" v="31" actId="108"/>
          <ac:spMkLst>
            <pc:docMk/>
            <pc:sldMk cId="0" sldId="258"/>
            <ac:spMk id="89" creationId="{00000000-0000-0000-0000-000000000000}"/>
          </ac:spMkLst>
        </pc:spChg>
      </pc:sldChg>
      <pc:sldChg chg="add">
        <pc:chgData name="고종환" userId="6ce366c1-83f5-4caf-959e-7014a8ad0466" providerId="ADAL" clId="{B534E1B3-9E3E-3046-9934-095DD3ECCA87}" dt="2023-12-26T23:45:01.526" v="0" actId="2890"/>
        <pc:sldMkLst>
          <pc:docMk/>
          <pc:sldMk cId="795099139" sldId="303"/>
        </pc:sldMkLst>
      </pc:sldChg>
      <pc:sldChg chg="addSp delSp modSp add mod">
        <pc:chgData name="고종환" userId="6ce366c1-83f5-4caf-959e-7014a8ad0466" providerId="ADAL" clId="{B534E1B3-9E3E-3046-9934-095DD3ECCA87}" dt="2023-12-27T03:55:01.659" v="339" actId="20577"/>
        <pc:sldMkLst>
          <pc:docMk/>
          <pc:sldMk cId="891646274" sldId="304"/>
        </pc:sldMkLst>
        <pc:spChg chg="mod">
          <ac:chgData name="고종환" userId="6ce366c1-83f5-4caf-959e-7014a8ad0466" providerId="ADAL" clId="{B534E1B3-9E3E-3046-9934-095DD3ECCA87}" dt="2023-12-27T00:26:46.787" v="282" actId="20577"/>
          <ac:spMkLst>
            <pc:docMk/>
            <pc:sldMk cId="891646274" sldId="304"/>
            <ac:spMk id="2" creationId="{E0C6927D-CDF1-1025-C332-999CD901642F}"/>
          </ac:spMkLst>
        </pc:spChg>
        <pc:spChg chg="add mod">
          <ac:chgData name="고종환" userId="6ce366c1-83f5-4caf-959e-7014a8ad0466" providerId="ADAL" clId="{B534E1B3-9E3E-3046-9934-095DD3ECCA87}" dt="2023-12-27T03:55:01.659" v="339" actId="20577"/>
          <ac:spMkLst>
            <pc:docMk/>
            <pc:sldMk cId="891646274" sldId="304"/>
            <ac:spMk id="5" creationId="{7DCF37E8-A5D1-EFD2-61E1-9BA9D416A496}"/>
          </ac:spMkLst>
        </pc:spChg>
        <pc:spChg chg="add mod">
          <ac:chgData name="고종환" userId="6ce366c1-83f5-4caf-959e-7014a8ad0466" providerId="ADAL" clId="{B534E1B3-9E3E-3046-9934-095DD3ECCA87}" dt="2023-12-27T00:31:33.755" v="289" actId="1076"/>
          <ac:spMkLst>
            <pc:docMk/>
            <pc:sldMk cId="891646274" sldId="304"/>
            <ac:spMk id="9" creationId="{8A2030B6-7812-4AAD-C16E-C71CE90196DF}"/>
          </ac:spMkLst>
        </pc:spChg>
        <pc:spChg chg="add mod">
          <ac:chgData name="고종환" userId="6ce366c1-83f5-4caf-959e-7014a8ad0466" providerId="ADAL" clId="{B534E1B3-9E3E-3046-9934-095DD3ECCA87}" dt="2023-12-27T00:19:50.233" v="201" actId="1076"/>
          <ac:spMkLst>
            <pc:docMk/>
            <pc:sldMk cId="891646274" sldId="304"/>
            <ac:spMk id="11" creationId="{0D013233-DDBD-0D7B-0D54-CB548F0FF977}"/>
          </ac:spMkLst>
        </pc:spChg>
        <pc:grpChg chg="del">
          <ac:chgData name="고종환" userId="6ce366c1-83f5-4caf-959e-7014a8ad0466" providerId="ADAL" clId="{B534E1B3-9E3E-3046-9934-095DD3ECCA87}" dt="2023-12-26T23:45:25.963" v="33" actId="478"/>
          <ac:grpSpMkLst>
            <pc:docMk/>
            <pc:sldMk cId="891646274" sldId="304"/>
            <ac:grpSpMk id="4" creationId="{4D84CCC2-6C49-A735-0B6E-F6F53683B02A}"/>
          </ac:grpSpMkLst>
        </pc:grpChg>
        <pc:picChg chg="add mod">
          <ac:chgData name="고종환" userId="6ce366c1-83f5-4caf-959e-7014a8ad0466" providerId="ADAL" clId="{B534E1B3-9E3E-3046-9934-095DD3ECCA87}" dt="2023-12-27T00:31:29.759" v="288" actId="1076"/>
          <ac:picMkLst>
            <pc:docMk/>
            <pc:sldMk cId="891646274" sldId="304"/>
            <ac:picMk id="6" creationId="{A8E52F89-AD7A-79B2-9308-C7E9D1D5AD32}"/>
          </ac:picMkLst>
        </pc:picChg>
        <pc:picChg chg="add mod">
          <ac:chgData name="고종환" userId="6ce366c1-83f5-4caf-959e-7014a8ad0466" providerId="ADAL" clId="{B534E1B3-9E3E-3046-9934-095DD3ECCA87}" dt="2023-12-27T00:31:37.181" v="290" actId="1076"/>
          <ac:picMkLst>
            <pc:docMk/>
            <pc:sldMk cId="891646274" sldId="304"/>
            <ac:picMk id="7" creationId="{DE13CCDD-3E52-7D46-140D-2F5EAF584668}"/>
          </ac:picMkLst>
        </pc:picChg>
        <pc:picChg chg="add mod">
          <ac:chgData name="고종환" userId="6ce366c1-83f5-4caf-959e-7014a8ad0466" providerId="ADAL" clId="{B534E1B3-9E3E-3046-9934-095DD3ECCA87}" dt="2023-12-27T00:19:50.233" v="201" actId="1076"/>
          <ac:picMkLst>
            <pc:docMk/>
            <pc:sldMk cId="891646274" sldId="304"/>
            <ac:picMk id="8" creationId="{97F52C42-1FEB-6045-20DF-4CF781236E40}"/>
          </ac:picMkLst>
        </pc:picChg>
        <pc:picChg chg="add mod">
          <ac:chgData name="고종환" userId="6ce366c1-83f5-4caf-959e-7014a8ad0466" providerId="ADAL" clId="{B534E1B3-9E3E-3046-9934-095DD3ECCA87}" dt="2023-12-27T00:19:50.233" v="201" actId="1076"/>
          <ac:picMkLst>
            <pc:docMk/>
            <pc:sldMk cId="891646274" sldId="304"/>
            <ac:picMk id="10" creationId="{687B7BF1-F3E1-CCFF-18E1-452515BDD3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" name="Shape 7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6;p1"/>
          <p:cNvSpPr/>
          <p:nvPr/>
        </p:nvSpPr>
        <p:spPr>
          <a:xfrm>
            <a:off x="0" y="4915199"/>
            <a:ext cx="9144000" cy="228301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3" name="TextBox 2"/>
          <p:cNvSpPr txBox="1"/>
          <p:nvPr/>
        </p:nvSpPr>
        <p:spPr>
          <a:xfrm>
            <a:off x="160819" y="4920129"/>
            <a:ext cx="7526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t>IRIS Lab., SKKU</a:t>
            </a:r>
          </a:p>
        </p:txBody>
      </p:sp>
      <p:sp>
        <p:nvSpPr>
          <p:cNvPr id="44" name="TextBox 10"/>
          <p:cNvSpPr txBox="1"/>
          <p:nvPr/>
        </p:nvSpPr>
        <p:spPr>
          <a:xfrm>
            <a:off x="7521884" y="4921626"/>
            <a:ext cx="1461295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altLang="ko-KR" dirty="0"/>
              <a:t>Jong Hwan Ko (</a:t>
            </a:r>
            <a:r>
              <a:rPr lang="en-US" altLang="ko-KR" dirty="0" err="1"/>
              <a:t>jhko@skku.edu</a:t>
            </a:r>
            <a:r>
              <a:rPr lang="en-US" altLang="ko-KR" dirty="0"/>
              <a:t>)</a:t>
            </a:r>
          </a:p>
        </p:txBody>
      </p:sp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165154" y="59677"/>
            <a:ext cx="8813693" cy="676176"/>
          </a:xfrm>
          <a:prstGeom prst="rect">
            <a:avLst/>
          </a:prstGeom>
        </p:spPr>
        <p:txBody>
          <a:bodyPr/>
          <a:lstStyle>
            <a:lvl1pPr>
              <a:defRPr sz="30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idx="1"/>
          </p:nvPr>
        </p:nvSpPr>
        <p:spPr>
          <a:xfrm>
            <a:off x="165154" y="812354"/>
            <a:ext cx="8813693" cy="4074605"/>
          </a:xfrm>
          <a:prstGeom prst="rect">
            <a:avLst/>
          </a:prstGeom>
        </p:spPr>
        <p:txBody>
          <a:bodyPr/>
          <a:lstStyle>
            <a:lvl1pPr marL="182563" indent="-174625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449263" indent="-17621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714375" indent="-177800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933450" indent="-13176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2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1163638" indent="-141288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시스템 서체 일반체"/>
              <a:buChar char="-"/>
              <a:tabLst/>
              <a:defRPr sz="11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161" y="4901078"/>
            <a:ext cx="230379" cy="2565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Google Shape;7;p1"/>
          <p:cNvSpPr/>
          <p:nvPr/>
        </p:nvSpPr>
        <p:spPr>
          <a:xfrm>
            <a:off x="-3859" y="136178"/>
            <a:ext cx="169014" cy="512361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04985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;p1"/>
          <p:cNvSpPr/>
          <p:nvPr/>
        </p:nvSpPr>
        <p:spPr>
          <a:xfrm>
            <a:off x="0" y="4915199"/>
            <a:ext cx="9144000" cy="228301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7" name="TextBox 2"/>
          <p:cNvSpPr txBox="1"/>
          <p:nvPr/>
        </p:nvSpPr>
        <p:spPr>
          <a:xfrm>
            <a:off x="160819" y="4920129"/>
            <a:ext cx="7526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t>IRIS Lab., SKKU</a:t>
            </a:r>
          </a:p>
        </p:txBody>
      </p:sp>
      <p:sp>
        <p:nvSpPr>
          <p:cNvPr id="68" name="TextBox 10"/>
          <p:cNvSpPr txBox="1"/>
          <p:nvPr/>
        </p:nvSpPr>
        <p:spPr>
          <a:xfrm>
            <a:off x="7411223" y="4920128"/>
            <a:ext cx="157195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t>Kang Eun Jeon (kejeon@skku.edu)</a:t>
            </a:r>
          </a:p>
        </p:txBody>
      </p:sp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7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algn="ctr">
              <a:defRPr sz="2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ctr">
              <a:defRPr sz="2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ctr">
              <a:defRPr sz="2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ctr">
              <a:defRPr sz="2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ctr">
              <a:defRPr sz="2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161" y="4901078"/>
            <a:ext cx="230379" cy="2565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B7F1-FC14-63A5-130E-3DFE3777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67ED4-24B8-2FC3-2D92-D7A910FC1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54B8B-6D56-07E0-89FC-C7B639FF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EC8C4-BAFC-8210-876F-5BD77297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FB50E-1BCC-D052-4BA0-94E3A82F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808" y="4881303"/>
            <a:ext cx="226983" cy="246221"/>
          </a:xfrm>
        </p:spPr>
        <p:txBody>
          <a:bodyPr/>
          <a:lstStyle/>
          <a:p>
            <a:fld id="{E9875514-C4D2-4DA4-B9D6-3BCABE9CB78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06524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510" y="-128550"/>
            <a:ext cx="9181020" cy="528061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/>
        </p:nvSpPr>
        <p:spPr>
          <a:xfrm>
            <a:off x="-12558" y="-128551"/>
            <a:ext cx="9169115" cy="5272051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B8F7F016-4544-4A20-A055-28D1E234AC34}"/>
              </a:ext>
            </a:extLst>
          </p:cNvPr>
          <p:cNvSpPr/>
          <p:nvPr/>
        </p:nvSpPr>
        <p:spPr>
          <a:xfrm>
            <a:off x="-18511" y="-20538"/>
            <a:ext cx="9073009" cy="5172599"/>
          </a:xfrm>
          <a:prstGeom prst="round1Rect">
            <a:avLst>
              <a:gd name="adj" fmla="val 9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2BF44D-09B4-40FB-84D5-64F426FC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93" y="125898"/>
            <a:ext cx="8275207" cy="609649"/>
          </a:xfrm>
        </p:spPr>
        <p:txBody>
          <a:bodyPr>
            <a:normAutofit/>
          </a:bodyPr>
          <a:lstStyle>
            <a:lvl1pPr>
              <a:defRPr sz="2700"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F7246-F0EC-4EE6-9E70-277B0CBE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293" y="793312"/>
            <a:ext cx="8275207" cy="3644217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500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1pPr>
            <a:lvl2pPr>
              <a:spcBef>
                <a:spcPts val="600"/>
              </a:spcBef>
              <a:defRPr sz="1350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2pPr>
            <a:lvl3pPr>
              <a:spcBef>
                <a:spcPts val="600"/>
              </a:spcBef>
              <a:defRPr sz="1200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3pPr>
            <a:lvl4pPr>
              <a:spcBef>
                <a:spcPts val="600"/>
              </a:spcBef>
              <a:defRPr sz="1050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4pPr>
            <a:lvl5pPr>
              <a:spcBef>
                <a:spcPts val="600"/>
              </a:spcBef>
              <a:defRPr sz="1050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1EA8FD-4B4B-42DD-946F-9665BA41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1pPr>
          </a:lstStyle>
          <a:p>
            <a:fld id="{52F43CC4-A25D-4598-A649-B48D77B2B4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E7529C-9835-4872-B8DD-A36FFB4CA1A4}"/>
              </a:ext>
            </a:extLst>
          </p:cNvPr>
          <p:cNvCxnSpPr/>
          <p:nvPr/>
        </p:nvCxnSpPr>
        <p:spPr>
          <a:xfrm flipH="1">
            <a:off x="427500" y="4660885"/>
            <a:ext cx="8289000" cy="0"/>
          </a:xfrm>
          <a:prstGeom prst="line">
            <a:avLst/>
          </a:prstGeom>
          <a:ln w="25400">
            <a:solidFill>
              <a:srgbClr val="072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75A7024-1CE0-4F1E-8179-17E55D45C3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717" y="4707560"/>
            <a:ext cx="384863" cy="384863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2AC8D-C80A-41CA-81E3-6B626C8633C6}"/>
              </a:ext>
            </a:extLst>
          </p:cNvPr>
          <p:cNvCxnSpPr/>
          <p:nvPr/>
        </p:nvCxnSpPr>
        <p:spPr>
          <a:xfrm flipH="1">
            <a:off x="427500" y="681540"/>
            <a:ext cx="8289000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19"/>
          <a:stretch/>
        </p:blipFill>
        <p:spPr>
          <a:xfrm>
            <a:off x="8082390" y="4742971"/>
            <a:ext cx="634110" cy="32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5558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hyperlink" Target="mailto:jhko@skku.edu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0" y="4915199"/>
            <a:ext cx="9144000" cy="228301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0819" y="4920129"/>
            <a:ext cx="7526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t>IRIS Lab., SKKU</a:t>
            </a:r>
          </a:p>
        </p:txBody>
      </p:sp>
      <p:sp>
        <p:nvSpPr>
          <p:cNvPr id="4" name="TextBox 10"/>
          <p:cNvSpPr txBox="1"/>
          <p:nvPr/>
        </p:nvSpPr>
        <p:spPr>
          <a:xfrm>
            <a:off x="7521883" y="4921626"/>
            <a:ext cx="146129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dirty="0"/>
              <a:t>Jong Hwan Ko (</a:t>
            </a:r>
            <a:r>
              <a:rPr lang="en-US" dirty="0" err="1"/>
              <a:t>jhko</a:t>
            </a:r>
            <a:r>
              <a:rPr dirty="0" err="1"/>
              <a:t>@skku.edu</a:t>
            </a:r>
            <a:r>
              <a:rPr dirty="0"/>
              <a:t>)</a:t>
            </a:r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485874" y="805394"/>
            <a:ext cx="7951501" cy="1401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485874" y="482894"/>
            <a:ext cx="7951501" cy="64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Google Shape;36;p7"/>
          <p:cNvSpPr txBox="1"/>
          <p:nvPr/>
        </p:nvSpPr>
        <p:spPr>
          <a:xfrm>
            <a:off x="485875" y="2320112"/>
            <a:ext cx="4992300" cy="1477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dirty="0"/>
              <a:t>Prof. Jong Hwan Ko</a:t>
            </a:r>
            <a:endParaRPr dirty="0"/>
          </a:p>
          <a:p>
            <a:pPr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dirty="0"/>
              <a:t>IRIS Lab., </a:t>
            </a:r>
            <a:endParaRPr dirty="0"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dirty="0"/>
              <a:t>Department of Electrical and Computer Engineering</a:t>
            </a:r>
            <a:endParaRPr lang="en-US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dirty="0"/>
              <a:t>Sungkyunkwan University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dirty="0"/>
              <a:t>Email: </a:t>
            </a:r>
            <a:r>
              <a:rPr lang="en-US" u="sng" dirty="0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hlinkClick r:id="rId7"/>
              </a:rPr>
              <a:t>jhko@skku.edu</a:t>
            </a:r>
            <a:r>
              <a:rPr lang="en-US" u="sng" dirty="0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</a:rPr>
              <a:t> </a:t>
            </a:r>
            <a:endParaRPr dirty="0"/>
          </a:p>
        </p:txBody>
      </p:sp>
      <p:grpSp>
        <p:nvGrpSpPr>
          <p:cNvPr id="12" name="Group 4"/>
          <p:cNvGrpSpPr/>
          <p:nvPr/>
        </p:nvGrpSpPr>
        <p:grpSpPr>
          <a:xfrm>
            <a:off x="598016" y="4062784"/>
            <a:ext cx="2313711" cy="688989"/>
            <a:chOff x="0" y="0"/>
            <a:chExt cx="2313709" cy="688988"/>
          </a:xfrm>
        </p:grpSpPr>
        <p:grpSp>
          <p:nvGrpSpPr>
            <p:cNvPr id="10" name="Google Shape;33;p7"/>
            <p:cNvGrpSpPr/>
            <p:nvPr/>
          </p:nvGrpSpPr>
          <p:grpSpPr>
            <a:xfrm>
              <a:off x="-1" y="-1"/>
              <a:ext cx="2313711" cy="688990"/>
              <a:chOff x="0" y="0"/>
              <a:chExt cx="2313709" cy="688988"/>
            </a:xfrm>
          </p:grpSpPr>
          <p:pic>
            <p:nvPicPr>
              <p:cNvPr id="8" name="Google Shape;34;p7" descr="Google Shape;34;p7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-1"/>
                <a:ext cx="688988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" name="Google Shape;35;p7" descr="Google Shape;35;p7"/>
              <p:cNvPicPr>
                <a:picLocks noChangeAspect="1"/>
              </p:cNvPicPr>
              <p:nvPr/>
            </p:nvPicPr>
            <p:blipFill>
              <a:blip r:embed="rId9"/>
              <a:srcRect t="24172" b="23380"/>
              <a:stretch>
                <a:fillRect/>
              </a:stretch>
            </p:blipFill>
            <p:spPr>
              <a:xfrm>
                <a:off x="1000012" y="-1"/>
                <a:ext cx="1313699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1" name="Straight Connector 3"/>
            <p:cNvSpPr/>
            <p:nvPr/>
          </p:nvSpPr>
          <p:spPr>
            <a:xfrm flipH="1">
              <a:off x="853095" y="0"/>
              <a:ext cx="1" cy="688988"/>
            </a:xfrm>
            <a:prstGeom prst="line">
              <a:avLst/>
            </a:prstGeom>
            <a:noFill/>
            <a:ln w="12700" cap="flat">
              <a:solidFill>
                <a:srgbClr val="1143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" name="Google Shape;7;p1"/>
          <p:cNvSpPr/>
          <p:nvPr/>
        </p:nvSpPr>
        <p:spPr>
          <a:xfrm>
            <a:off x="-1" y="482894"/>
            <a:ext cx="169014" cy="1732827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4864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3" r:id="rId3"/>
    <p:sldLayoutId id="2147483654" r:id="rId4"/>
    <p:sldLayoutId id="2147483656" r:id="rId5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9pPr>
    </p:titleStyle>
    <p:bodyStyle>
      <a:lvl1pPr marL="3175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1pPr>
      <a:lvl2pPr marL="317500" marR="0" indent="2921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2pPr>
      <a:lvl3pPr marL="317500" marR="0" indent="762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3pPr>
      <a:lvl4pPr marL="317500" marR="0" indent="1219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4pPr>
      <a:lvl5pPr marL="317500" marR="0" indent="1676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5pPr>
      <a:lvl6pPr marL="317500" marR="0" indent="2133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6pPr>
      <a:lvl7pPr marL="317500" marR="0" indent="2590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7pPr>
      <a:lvl8pPr marL="317500" marR="0" indent="3048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8pPr>
      <a:lvl9pPr marL="317500" marR="0" indent="3505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0mFAhrXqy9CuopJhAB8GVu_Oy7J0ery6&amp;feature=shared" TargetMode="External"/><Relationship Id="rId2" Type="http://schemas.openxmlformats.org/officeDocument/2006/relationships/hyperlink" Target="https://youtube.com/playlist?list=PL80kAHvQbh-pT4lCkDT53zT8DKmhE0idB&amp;feature=share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ksps7106@skku.edu" TargetMode="External"/><Relationship Id="rId2" Type="http://schemas.openxmlformats.org/officeDocument/2006/relationships/hyperlink" Target="http://iris.skku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beppa2396@skku.edu" TargetMode="External"/><Relationship Id="rId5" Type="http://schemas.openxmlformats.org/officeDocument/2006/relationships/hyperlink" Target="mailto:jwlee1218@g.skku.edu" TargetMode="External"/><Relationship Id="rId4" Type="http://schemas.openxmlformats.org/officeDocument/2006/relationships/hyperlink" Target="mailto:ajj8061@naver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ooter Placeholder 2"/>
          <p:cNvSpPr txBox="1"/>
          <p:nvPr/>
        </p:nvSpPr>
        <p:spPr>
          <a:xfrm>
            <a:off x="357419" y="-14120"/>
            <a:ext cx="29946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t>Lecture 6: Polling and Interrupt</a:t>
            </a:r>
          </a:p>
        </p:txBody>
      </p:sp>
      <p:sp>
        <p:nvSpPr>
          <p:cNvPr id="81" name="Google Shape;56;p11"/>
          <p:cNvSpPr txBox="1">
            <a:spLocks noGrp="1"/>
          </p:cNvSpPr>
          <p:nvPr>
            <p:ph type="ctrTitle"/>
          </p:nvPr>
        </p:nvSpPr>
        <p:spPr>
          <a:xfrm>
            <a:off x="485875" y="508512"/>
            <a:ext cx="7951500" cy="14019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900"/>
            </a:lvl1pPr>
          </a:lstStyle>
          <a:p>
            <a:r>
              <a:rPr kumimoji="0" lang="ko-KR" alt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Raleway Bold"/>
              </a:rPr>
              <a:t>미래차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Raleway Bold"/>
              </a:rPr>
              <a:t> 부트캠프</a:t>
            </a:r>
            <a:b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Raleway Bold"/>
              </a:rPr>
            </a:br>
            <a:r>
              <a:rPr kumimoji="0" lang="en-US" altLang="ko-KR" sz="4400" b="1" i="0" u="none" strike="noStrike" kern="0" cap="none" spc="0" normalizeH="0" baseline="0" noProof="0" dirty="0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Raleway Bold"/>
              </a:rPr>
              <a:t>On-device</a:t>
            </a:r>
            <a:r>
              <a:rPr kumimoji="0" lang="ko-KR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Raleway Bold"/>
              </a:rPr>
              <a:t> </a:t>
            </a:r>
            <a:r>
              <a:rPr kumimoji="0" lang="en-US" altLang="ko-KR" sz="4400" b="1" i="0" u="none" strike="noStrike" kern="0" cap="none" spc="0" normalizeH="0" baseline="0" noProof="0" dirty="0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Raleway Bold"/>
              </a:rPr>
              <a:t>AI</a:t>
            </a:r>
            <a:endParaRPr sz="24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Google Shape;58;p11"/>
          <p:cNvSpPr txBox="1">
            <a:spLocks noGrp="1"/>
          </p:cNvSpPr>
          <p:nvPr>
            <p:ph type="subTitle" sz="quarter" idx="1"/>
          </p:nvPr>
        </p:nvSpPr>
        <p:spPr>
          <a:xfrm>
            <a:off x="485875" y="1789448"/>
            <a:ext cx="7951500" cy="484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/>
          </a:lstStyle>
          <a:p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강의 소개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E19533-3197-DA39-9F40-80D4B62619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1</a:t>
            </a:fld>
            <a:endParaRPr lang="en-KR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E5A84A6-74C3-4984-9CF6-F218E848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개요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E655B63-C791-4CF6-9D82-9A14A6C5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154" y="689614"/>
            <a:ext cx="8813693" cy="4196968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2000" dirty="0"/>
              <a:t>강의 목적</a:t>
            </a:r>
            <a:endParaRPr lang="en-US" altLang="ko-KR" sz="2000" dirty="0"/>
          </a:p>
          <a:p>
            <a:pPr lvl="1"/>
            <a:r>
              <a:rPr lang="ko-KR" altLang="en-US" sz="1800" dirty="0"/>
              <a:t>자율주행차 등의 </a:t>
            </a:r>
            <a:r>
              <a:rPr lang="en-US" altLang="ko-KR" sz="1800" dirty="0"/>
              <a:t>device </a:t>
            </a:r>
            <a:r>
              <a:rPr lang="ko-KR" altLang="en-US" sz="1800" dirty="0"/>
              <a:t>상에서 </a:t>
            </a:r>
            <a:r>
              <a:rPr lang="en-US" altLang="ko-KR" sz="1800" dirty="0"/>
              <a:t>AI </a:t>
            </a:r>
            <a:r>
              <a:rPr lang="ko-KR" altLang="en-US" sz="1800" dirty="0"/>
              <a:t>모델을 효과적</a:t>
            </a:r>
            <a:r>
              <a:rPr lang="en-US" altLang="ko-KR" sz="1800" dirty="0"/>
              <a:t>/</a:t>
            </a:r>
            <a:r>
              <a:rPr lang="ko-KR" altLang="en-US" sz="1800" dirty="0"/>
              <a:t>효율적으로 </a:t>
            </a:r>
            <a:r>
              <a:rPr lang="ko-KR" altLang="en-US" sz="1800" dirty="0" err="1"/>
              <a:t>동작시키기</a:t>
            </a:r>
            <a:r>
              <a:rPr lang="ko-KR" altLang="en-US" sz="1800" dirty="0"/>
              <a:t> 위한 </a:t>
            </a:r>
            <a:br>
              <a:rPr lang="en-US" altLang="ko-KR" sz="1800" dirty="0"/>
            </a:br>
            <a:r>
              <a:rPr lang="en-US" altLang="ko-KR" sz="1800" dirty="0"/>
              <a:t>SW </a:t>
            </a:r>
            <a:r>
              <a:rPr lang="ko-KR" altLang="en-US" sz="1800" dirty="0"/>
              <a:t>및 </a:t>
            </a:r>
            <a:r>
              <a:rPr lang="en-US" altLang="ko-KR" sz="1800" dirty="0"/>
              <a:t>HW </a:t>
            </a:r>
            <a:r>
              <a:rPr lang="ko-KR" altLang="en-US" sz="1800" dirty="0"/>
              <a:t>최적화 방법 및 사례</a:t>
            </a:r>
            <a:r>
              <a:rPr lang="en-US" altLang="ko-KR" sz="1800" dirty="0"/>
              <a:t>/</a:t>
            </a:r>
            <a:r>
              <a:rPr lang="ko-KR" altLang="en-US" sz="1800" dirty="0"/>
              <a:t>트렌드 소개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강의 웹페이지 </a:t>
            </a:r>
            <a:r>
              <a:rPr lang="en-US" altLang="ko-KR" sz="2000" dirty="0"/>
              <a:t>: icampus.skku.edu</a:t>
            </a:r>
          </a:p>
          <a:p>
            <a:pPr lvl="1"/>
            <a:r>
              <a:rPr lang="ko-KR" altLang="en-US" sz="1800" dirty="0"/>
              <a:t>모든 강의자료와 공지사항은 아이캠퍼스에</a:t>
            </a:r>
            <a:r>
              <a:rPr lang="en-US" altLang="ko-KR" sz="1800" dirty="0"/>
              <a:t> </a:t>
            </a:r>
            <a:r>
              <a:rPr lang="ko-KR" altLang="en-US" sz="1800" dirty="0"/>
              <a:t>업로드</a:t>
            </a:r>
            <a:endParaRPr lang="en-US" altLang="ko-KR" sz="1800" dirty="0"/>
          </a:p>
          <a:p>
            <a:pPr lvl="1"/>
            <a:r>
              <a:rPr lang="ko-KR" altLang="en-US" sz="1800" dirty="0"/>
              <a:t>내용과 관련한 질의응답은 </a:t>
            </a:r>
            <a:r>
              <a:rPr lang="en-US" altLang="ko-KR" sz="1800" dirty="0"/>
              <a:t>'</a:t>
            </a:r>
            <a:r>
              <a:rPr lang="ko-KR" altLang="en-US" sz="1800" dirty="0"/>
              <a:t>문의 게시판</a:t>
            </a:r>
            <a:r>
              <a:rPr lang="en-US" altLang="ko-KR" sz="1800" dirty="0"/>
              <a:t>' </a:t>
            </a:r>
            <a:r>
              <a:rPr lang="ko-KR" altLang="en-US" sz="1800" dirty="0"/>
              <a:t>이용</a:t>
            </a:r>
            <a:r>
              <a:rPr lang="en-US" altLang="ko-KR" sz="1800" dirty="0"/>
              <a:t>, </a:t>
            </a:r>
            <a:r>
              <a:rPr lang="ko-KR" altLang="en-US" sz="1800" dirty="0"/>
              <a:t>또는  </a:t>
            </a:r>
            <a:r>
              <a:rPr lang="ko-KR" altLang="en-US" sz="1800" b="1" dirty="0">
                <a:solidFill>
                  <a:srgbClr val="C00000"/>
                </a:solidFill>
              </a:rPr>
              <a:t>담당교수</a:t>
            </a:r>
            <a:r>
              <a:rPr lang="en-US" altLang="ko-KR" sz="1800" b="1" dirty="0">
                <a:solidFill>
                  <a:srgbClr val="C00000"/>
                </a:solidFill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</a:rPr>
              <a:t>및 </a:t>
            </a:r>
            <a:r>
              <a:rPr lang="en-US" altLang="ko-KR" sz="1800" b="1" dirty="0">
                <a:solidFill>
                  <a:srgbClr val="C00000"/>
                </a:solidFill>
              </a:rPr>
              <a:t>TA</a:t>
            </a:r>
            <a:r>
              <a:rPr lang="ko-KR" altLang="en-US" sz="1800" b="1" dirty="0">
                <a:solidFill>
                  <a:srgbClr val="C00000"/>
                </a:solidFill>
              </a:rPr>
              <a:t> 전부에게</a:t>
            </a:r>
            <a:r>
              <a:rPr lang="ko-KR" altLang="en-US" sz="1800" dirty="0">
                <a:solidFill>
                  <a:srgbClr val="C00000"/>
                </a:solidFill>
              </a:rPr>
              <a:t> </a:t>
            </a:r>
            <a:r>
              <a:rPr lang="en-US" altLang="ko-KR" sz="1800" dirty="0">
                <a:solidFill>
                  <a:srgbClr val="C00000"/>
                </a:solidFill>
              </a:rPr>
              <a:t>Email</a:t>
            </a:r>
          </a:p>
          <a:p>
            <a:pPr marL="342900" lvl="1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  (</a:t>
            </a:r>
            <a:r>
              <a:rPr lang="ko-KR" altLang="en-US" sz="1800" dirty="0">
                <a:solidFill>
                  <a:srgbClr val="FF0000"/>
                </a:solidFill>
              </a:rPr>
              <a:t>아이캠퍼스 메시지 이용 </a:t>
            </a:r>
            <a:r>
              <a:rPr lang="en-US" altLang="ko-KR" sz="1800" dirty="0">
                <a:solidFill>
                  <a:srgbClr val="FF0000"/>
                </a:solidFill>
              </a:rPr>
              <a:t>x)</a:t>
            </a:r>
          </a:p>
          <a:p>
            <a:pPr lvl="1"/>
            <a:r>
              <a:rPr lang="ko-KR" altLang="en-US" sz="1800" dirty="0">
                <a:solidFill>
                  <a:srgbClr val="FF0000"/>
                </a:solidFill>
              </a:rPr>
              <a:t>행정 관련한 질문은 사업단에 문의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lvl="1"/>
            <a:endParaRPr lang="en-US" altLang="ko-KR" sz="1800" dirty="0">
              <a:solidFill>
                <a:srgbClr val="FF0000"/>
              </a:solidFill>
            </a:endParaRPr>
          </a:p>
          <a:p>
            <a:r>
              <a:rPr lang="ko-KR" altLang="en-US" sz="2000" dirty="0"/>
              <a:t>선수과목</a:t>
            </a:r>
            <a:r>
              <a:rPr lang="en-US" altLang="ko-KR" sz="2100" dirty="0"/>
              <a:t> (not required, but recommended)</a:t>
            </a:r>
          </a:p>
          <a:p>
            <a:pPr lvl="1"/>
            <a:r>
              <a:rPr lang="en-US" altLang="ko-KR" sz="1800" dirty="0"/>
              <a:t>Python </a:t>
            </a:r>
            <a:r>
              <a:rPr lang="ko-KR" altLang="en-US" sz="1800" dirty="0"/>
              <a:t>프로그래밍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en-US" altLang="ko-KR" sz="1800" dirty="0"/>
              <a:t>AI/ML/DL </a:t>
            </a:r>
            <a:r>
              <a:rPr lang="ko-KR" altLang="en-US" sz="1800" dirty="0"/>
              <a:t>기초</a:t>
            </a:r>
            <a:r>
              <a:rPr lang="en-US" altLang="ko-KR" sz="1800" dirty="0"/>
              <a:t>,</a:t>
            </a:r>
            <a:r>
              <a:rPr lang="ko-KR" altLang="en-US" sz="1800" dirty="0"/>
              <a:t> 컴퓨터구조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>
              <a:lnSpc>
                <a:spcPct val="110000"/>
              </a:lnSpc>
            </a:pPr>
            <a:r>
              <a:rPr lang="ko-KR" altLang="en-US" sz="2000" dirty="0"/>
              <a:t>강의 참고자료</a:t>
            </a:r>
            <a:endParaRPr lang="en-US" altLang="ko-KR" sz="2000" dirty="0"/>
          </a:p>
          <a:p>
            <a:pPr lvl="1">
              <a:lnSpc>
                <a:spcPct val="110000"/>
              </a:lnSpc>
            </a:pPr>
            <a:r>
              <a:rPr lang="en-US" altLang="ko-KR" sz="1400" dirty="0">
                <a:hlinkClick r:id="rId2"/>
              </a:rPr>
              <a:t>EfficientML.ai Lecture @MIT, Fall 2023</a:t>
            </a:r>
            <a:r>
              <a:rPr lang="ko-KR" altLang="en-US" sz="1400" dirty="0">
                <a:hlinkClick r:id="rId2"/>
              </a:rPr>
              <a:t> </a:t>
            </a:r>
            <a:r>
              <a:rPr lang="en-US" altLang="ko-KR" sz="1400" dirty="0">
                <a:hlinkClick r:id="rId2"/>
              </a:rPr>
              <a:t>(</a:t>
            </a:r>
            <a:r>
              <a:rPr lang="en" altLang="ko-KR" sz="1400" dirty="0">
                <a:hlinkClick r:id="rId2"/>
              </a:rPr>
              <a:t>Prof. Song Han</a:t>
            </a:r>
            <a:r>
              <a:rPr lang="en-US" altLang="ko-KR" sz="1400" dirty="0">
                <a:hlinkClick r:id="rId2"/>
              </a:rPr>
              <a:t>)</a:t>
            </a:r>
            <a:endParaRPr lang="en-US" altLang="ko-KR" sz="1400" dirty="0"/>
          </a:p>
          <a:p>
            <a:pPr lvl="1">
              <a:lnSpc>
                <a:spcPct val="110000"/>
              </a:lnSpc>
            </a:pPr>
            <a:r>
              <a:rPr lang="en-US" altLang="ko-KR" sz="1400" dirty="0">
                <a:hlinkClick r:id="rId3"/>
              </a:rPr>
              <a:t>Machine Learning Hardware and Systems Lecture @Cornell Tech, Spring 2022 (Prof. Mohamed Abdelfattah)</a:t>
            </a:r>
            <a:endParaRPr lang="en-US" altLang="ko-KR" sz="2200" dirty="0"/>
          </a:p>
          <a:p>
            <a:pPr lvl="1"/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827A7-9C53-4B3D-A457-4DA7C8965A4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pPr/>
              <a:t>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67746473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D6DF69E-0496-4AE6-9EE8-27DD3FE4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담당 교수</a:t>
            </a:r>
            <a:r>
              <a:rPr lang="en-US" altLang="ko-KR" dirty="0"/>
              <a:t> &amp; </a:t>
            </a:r>
            <a:r>
              <a:rPr lang="ko-KR" altLang="en-US" dirty="0"/>
              <a:t>조교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217A931-2A72-4874-BCD3-6E4B21FEA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담당교수</a:t>
            </a:r>
            <a:endParaRPr lang="en-US" altLang="ko-KR" sz="2000" dirty="0"/>
          </a:p>
          <a:p>
            <a:pPr lvl="1"/>
            <a:r>
              <a:rPr lang="ko-KR" altLang="en-US" sz="1800" dirty="0"/>
              <a:t>전자전기공학부 고종환 </a:t>
            </a:r>
            <a:r>
              <a:rPr lang="en-US" altLang="ko-KR" sz="1800" dirty="0"/>
              <a:t>(</a:t>
            </a:r>
            <a:r>
              <a:rPr lang="en-US" altLang="ko-KR" sz="1800" dirty="0">
                <a:hlinkClick r:id="rId2"/>
              </a:rPr>
              <a:t>http://iris.skku.edu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/>
              <a:t>Email:</a:t>
            </a:r>
            <a:r>
              <a:rPr lang="ko-KR" altLang="en-US" sz="1800" dirty="0"/>
              <a:t> </a:t>
            </a:r>
            <a:r>
              <a:rPr lang="en-US" altLang="ko-KR" sz="1800" dirty="0"/>
              <a:t>jhko@skku.edu</a:t>
            </a:r>
          </a:p>
          <a:p>
            <a:pPr lvl="1"/>
            <a:r>
              <a:rPr lang="en-US" altLang="ko-KR" sz="1800" dirty="0"/>
              <a:t>Office: </a:t>
            </a:r>
            <a:r>
              <a:rPr lang="ko-KR" altLang="en-US" sz="1800" dirty="0"/>
              <a:t>반도체관</a:t>
            </a:r>
            <a:r>
              <a:rPr lang="en-US" altLang="ko-KR" sz="1800" dirty="0"/>
              <a:t> 400316</a:t>
            </a:r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담당 조교</a:t>
            </a:r>
            <a:endParaRPr lang="en-US" altLang="ko-KR" sz="2000" dirty="0"/>
          </a:p>
          <a:p>
            <a:pPr lvl="1"/>
            <a:r>
              <a:rPr lang="ko-KR" altLang="en-US" sz="1800" dirty="0"/>
              <a:t>강도영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" altLang="ko-KR" sz="1800" dirty="0">
                <a:hlinkClick r:id="rId3"/>
              </a:rPr>
              <a:t>ksps7106@skku.edu</a:t>
            </a:r>
            <a:endParaRPr lang="en-US" altLang="ko-KR" sz="1800" dirty="0"/>
          </a:p>
          <a:p>
            <a:pPr lvl="1"/>
            <a:r>
              <a:rPr lang="ko-KR" altLang="en-US" sz="1800" dirty="0"/>
              <a:t>안재준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" altLang="ko-KR" sz="1800" dirty="0">
                <a:hlinkClick r:id="rId4"/>
              </a:rPr>
              <a:t>ajj8061@naver.com</a:t>
            </a:r>
            <a:endParaRPr lang="en-US" altLang="ko-KR" sz="1800" dirty="0"/>
          </a:p>
          <a:p>
            <a:pPr lvl="1"/>
            <a:r>
              <a:rPr lang="ko-KR" altLang="en-US" sz="1800" dirty="0"/>
              <a:t>이준원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" altLang="ko-KR" sz="1800" dirty="0">
                <a:hlinkClick r:id="rId5"/>
              </a:rPr>
              <a:t>jwlee1218@g.skku.edu</a:t>
            </a:r>
            <a:endParaRPr lang="en-US" altLang="ko-KR" sz="1800" dirty="0"/>
          </a:p>
          <a:p>
            <a:pPr lvl="1"/>
            <a:r>
              <a:rPr lang="ko-KR" altLang="en-US" sz="1800" dirty="0" err="1"/>
              <a:t>한석호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ko-KR" altLang="ko-KR" sz="1800" dirty="0">
                <a:hlinkClick r:id="rId6"/>
              </a:rPr>
              <a:t>beppa2396@skku.edu</a:t>
            </a:r>
            <a:endParaRPr lang="en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40C0D-48A8-4F0C-82B4-7F7A2A64E5C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pPr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4205827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718E9-8E9B-4D6E-50BD-D593CD97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이론강의 내용</a:t>
            </a:r>
            <a:r>
              <a:rPr kumimoji="1" lang="en-US" altLang="ko-KR" dirty="0"/>
              <a:t> </a:t>
            </a:r>
            <a:r>
              <a:rPr kumimoji="1" lang="ko-KR" altLang="en-US" dirty="0"/>
              <a:t>및 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EA9447-3DBE-2105-0570-91D03E5195C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28A7E8E-51CC-3A76-BA00-7AE6E30FC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038235"/>
              </p:ext>
            </p:extLst>
          </p:nvPr>
        </p:nvGraphicFramePr>
        <p:xfrm>
          <a:off x="871104" y="735853"/>
          <a:ext cx="7272492" cy="2973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4164">
                  <a:extLst>
                    <a:ext uri="{9D8B030D-6E8A-4147-A177-3AD203B41FA5}">
                      <a16:colId xmlns:a16="http://schemas.microsoft.com/office/drawing/2014/main" val="917418016"/>
                    </a:ext>
                  </a:extLst>
                </a:gridCol>
                <a:gridCol w="2424164">
                  <a:extLst>
                    <a:ext uri="{9D8B030D-6E8A-4147-A177-3AD203B41FA5}">
                      <a16:colId xmlns:a16="http://schemas.microsoft.com/office/drawing/2014/main" val="2042936913"/>
                    </a:ext>
                  </a:extLst>
                </a:gridCol>
                <a:gridCol w="2424164">
                  <a:extLst>
                    <a:ext uri="{9D8B030D-6E8A-4147-A177-3AD203B41FA5}">
                      <a16:colId xmlns:a16="http://schemas.microsoft.com/office/drawing/2014/main" val="2745060085"/>
                    </a:ext>
                  </a:extLst>
                </a:gridCol>
              </a:tblGrid>
              <a:tr h="4325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6/19(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금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6/20(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토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6/21(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372680"/>
                  </a:ext>
                </a:extLst>
              </a:tr>
              <a:tr h="355476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1. Introduction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2. Pruning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ea"/>
                          <a:ea typeface="+mn-ea"/>
                          <a:cs typeface="+mn-cs"/>
                          <a:sym typeface="Source Sans Pro"/>
                        </a:rPr>
                        <a:t>4. Case study:</a:t>
                      </a:r>
                      <a:br>
                        <a:rPr lang="en-US" altLang="ko-K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ea"/>
                          <a:ea typeface="+mn-ea"/>
                          <a:cs typeface="+mn-cs"/>
                          <a:sym typeface="Source Sans Pro"/>
                        </a:rPr>
                      </a:br>
                      <a:r>
                        <a:rPr lang="en-US" altLang="ko-K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ea"/>
                          <a:ea typeface="+mn-ea"/>
                          <a:cs typeface="+mn-cs"/>
                          <a:sym typeface="Source Sans Pro"/>
                        </a:rPr>
                        <a:t>Efficient LLM</a:t>
                      </a:r>
                      <a:endParaRPr lang="ko-KR" alt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j-ea"/>
                        <a:ea typeface="+mn-ea"/>
                        <a:cs typeface="+mn-cs"/>
                        <a:sym typeface="Source Sans Pr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247547"/>
                  </a:ext>
                </a:extLst>
              </a:tr>
              <a:tr h="35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ea"/>
                          <a:ea typeface="+mn-ea"/>
                          <a:cs typeface="+mn-cs"/>
                          <a:sym typeface="Source Sans Pro"/>
                        </a:rPr>
                        <a:t>3. Quantization</a:t>
                      </a:r>
                      <a:endParaRPr lang="ko-KR" alt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j-ea"/>
                        <a:ea typeface="+mn-ea"/>
                        <a:cs typeface="+mn-cs"/>
                        <a:sym typeface="Source Sans Pro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577820"/>
                  </a:ext>
                </a:extLst>
              </a:tr>
              <a:tr h="4325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6/22(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월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6/23(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화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6/24(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수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453053"/>
                  </a:ext>
                </a:extLst>
              </a:tr>
              <a:tr h="446938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오프라인 실습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: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Pruning, Quantization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ea"/>
                          <a:ea typeface="+mn-ea"/>
                          <a:cs typeface="+mn-cs"/>
                          <a:sym typeface="Source Sans Pro"/>
                        </a:rPr>
                        <a:t>5. Knowledge distillation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7. Dataflow &amp; 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881323"/>
                  </a:ext>
                </a:extLst>
              </a:tr>
              <a:tr h="21721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8. AI accelerator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257777"/>
                  </a:ext>
                </a:extLst>
              </a:tr>
              <a:tr h="215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ea"/>
                          <a:ea typeface="+mn-ea"/>
                          <a:cs typeface="+mn-cs"/>
                          <a:sym typeface="Source Sans Pro"/>
                        </a:rPr>
                        <a:t>6. Neural architecture search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679409"/>
                  </a:ext>
                </a:extLst>
              </a:tr>
              <a:tr h="46198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9. In-memory / </a:t>
                      </a:r>
                      <a:br>
                        <a:rPr lang="en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en" altLang="ko-KR" sz="140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in-sensor computing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9246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74D26-728F-5BF8-FBFB-E0E244425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153" y="3761928"/>
            <a:ext cx="8813693" cy="1124171"/>
          </a:xfrm>
        </p:spPr>
        <p:txBody>
          <a:bodyPr>
            <a:normAutofit/>
          </a:bodyPr>
          <a:lstStyle/>
          <a:p>
            <a:r>
              <a:rPr kumimoji="1" lang="ko-KR" altLang="en-US" dirty="0"/>
              <a:t>온라인 강의 출석 기한 </a:t>
            </a:r>
            <a:r>
              <a:rPr kumimoji="1" lang="en-US" altLang="ko-KR" dirty="0"/>
              <a:t>6/17(</a:t>
            </a:r>
            <a:r>
              <a:rPr kumimoji="1" lang="ko-KR" altLang="en-US" dirty="0"/>
              <a:t>수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~</a:t>
            </a:r>
            <a:r>
              <a:rPr kumimoji="1" lang="ko-KR" altLang="en-US" dirty="0"/>
              <a:t> </a:t>
            </a:r>
            <a:r>
              <a:rPr kumimoji="1" lang="en-US" altLang="ko-KR" dirty="0"/>
              <a:t>6/24(</a:t>
            </a:r>
            <a:r>
              <a:rPr kumimoji="1" lang="ko-KR" altLang="en-US" dirty="0"/>
              <a:t>금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23:59</a:t>
            </a:r>
            <a:r>
              <a:rPr kumimoji="1" lang="ko-KR" altLang="en-US" dirty="0"/>
              <a:t> 까지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오프라인 실습 수업까지 </a:t>
            </a:r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Introduction ~ 4. LLM </a:t>
            </a:r>
            <a:r>
              <a:rPr kumimoji="1" lang="ko-KR" altLang="en-US" dirty="0"/>
              <a:t>수강 권장</a:t>
            </a:r>
            <a:endParaRPr kumimoji="1" lang="en-US" altLang="ko-KR" dirty="0"/>
          </a:p>
          <a:p>
            <a:r>
              <a:rPr kumimoji="1" lang="ko-KR" altLang="en-US" dirty="0"/>
              <a:t>각 학습에 대한 퀴즈가 부과될 예정 </a:t>
            </a:r>
            <a:r>
              <a:rPr kumimoji="1" lang="en-US" altLang="ko-KR" dirty="0"/>
              <a:t>(3</a:t>
            </a:r>
            <a:r>
              <a:rPr kumimoji="1" lang="ko-KR" altLang="en-US" dirty="0"/>
              <a:t>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6/20,</a:t>
            </a:r>
            <a:r>
              <a:rPr kumimoji="1" lang="ko-KR" altLang="en-US" dirty="0"/>
              <a:t> </a:t>
            </a:r>
            <a:r>
              <a:rPr kumimoji="1" lang="en-US" altLang="ko-KR" dirty="0"/>
              <a:t>6/23,</a:t>
            </a:r>
            <a:r>
              <a:rPr kumimoji="1" lang="ko-KR" altLang="en-US" dirty="0"/>
              <a:t> </a:t>
            </a:r>
            <a:r>
              <a:rPr kumimoji="1" lang="en-US" altLang="ko-KR" dirty="0"/>
              <a:t>6/24)</a:t>
            </a:r>
          </a:p>
        </p:txBody>
      </p:sp>
    </p:spTree>
    <p:extLst>
      <p:ext uri="{BB962C8B-B14F-4D97-AF65-F5344CB8AC3E}">
        <p14:creationId xmlns:p14="http://schemas.microsoft.com/office/powerpoint/2010/main" val="40148670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544DC-A60F-3736-EF29-AE0FB308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실습강의</a:t>
            </a:r>
            <a:r>
              <a:rPr kumimoji="1" lang="ko-KR" altLang="en-US" dirty="0"/>
              <a:t> 내용 및 일정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6/22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월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EFDE66-BAA7-1125-D27C-70CCD67C5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장소</a:t>
            </a:r>
            <a:r>
              <a:rPr kumimoji="1" lang="en-US" altLang="ko-KR" dirty="0"/>
              <a:t>:</a:t>
            </a:r>
            <a:r>
              <a:rPr kumimoji="1" lang="ko-KR" altLang="en-US" dirty="0"/>
              <a:t> 화학관</a:t>
            </a:r>
            <a:r>
              <a:rPr kumimoji="1" lang="en-US" altLang="ko-KR" dirty="0"/>
              <a:t>(</a:t>
            </a:r>
            <a:r>
              <a:rPr kumimoji="1" lang="ko-KR" altLang="en-US" dirty="0"/>
              <a:t>반도체관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330110</a:t>
            </a:r>
            <a:r>
              <a:rPr kumimoji="1" lang="ko-KR" altLang="en-US" dirty="0"/>
              <a:t>호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10:30</a:t>
            </a:r>
            <a:r>
              <a:rPr kumimoji="1" lang="ko-KR" altLang="en-US" dirty="0"/>
              <a:t> </a:t>
            </a:r>
            <a:r>
              <a:rPr kumimoji="1" lang="en-US" altLang="ko-KR" dirty="0"/>
              <a:t>~</a:t>
            </a:r>
            <a:r>
              <a:rPr kumimoji="1" lang="ko-KR" altLang="en-US" dirty="0"/>
              <a:t> </a:t>
            </a:r>
            <a:r>
              <a:rPr kumimoji="1" lang="en-US" altLang="ko-KR" dirty="0"/>
              <a:t>11:00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강의 내용 정리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11:00</a:t>
            </a:r>
            <a:r>
              <a:rPr kumimoji="1" lang="ko-KR" altLang="en-US" dirty="0"/>
              <a:t> </a:t>
            </a:r>
            <a:r>
              <a:rPr kumimoji="1" lang="en-US" altLang="ko-KR" dirty="0"/>
              <a:t>~</a:t>
            </a:r>
            <a:r>
              <a:rPr kumimoji="1" lang="ko-KR" altLang="en-US" dirty="0"/>
              <a:t> </a:t>
            </a:r>
            <a:r>
              <a:rPr kumimoji="1" lang="en-US" altLang="ko-KR" dirty="0"/>
              <a:t>12:00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산업계 전문가 세미나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삼성전자 김용수 책임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r>
              <a:rPr kumimoji="1" lang="en-US" altLang="ko-KR" dirty="0"/>
              <a:t>13:00</a:t>
            </a:r>
            <a:r>
              <a:rPr kumimoji="1" lang="ko-KR" altLang="en-US" dirty="0"/>
              <a:t> </a:t>
            </a:r>
            <a:r>
              <a:rPr kumimoji="1" lang="en-US" altLang="ko-KR" dirty="0"/>
              <a:t>~</a:t>
            </a:r>
            <a:r>
              <a:rPr kumimoji="1" lang="ko-KR" altLang="en-US" dirty="0"/>
              <a:t> </a:t>
            </a:r>
            <a:r>
              <a:rPr kumimoji="1" lang="en-US" altLang="ko-KR" dirty="0"/>
              <a:t>18:00 - Pruning,</a:t>
            </a:r>
            <a:r>
              <a:rPr kumimoji="1" lang="ko-KR" altLang="en-US" dirty="0"/>
              <a:t> </a:t>
            </a:r>
            <a:r>
              <a:rPr kumimoji="1" lang="en-US" altLang="ko-KR" dirty="0"/>
              <a:t>Quantization</a:t>
            </a:r>
            <a:r>
              <a:rPr kumimoji="1" lang="ko-KR" altLang="en-US" dirty="0"/>
              <a:t> 관련 코딩 실습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랩탑</a:t>
            </a:r>
            <a:r>
              <a:rPr kumimoji="1" lang="ko-KR" altLang="en-US" dirty="0"/>
              <a:t> 지참 필요</a:t>
            </a:r>
            <a:endParaRPr kumimoji="1" lang="en-US" altLang="ko-KR" dirty="0"/>
          </a:p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C9084-D5FF-9819-1B2E-6AA0E65415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ore-KR" smtClean="0"/>
              <a:t>5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324992149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KKU">
  <a:themeElements>
    <a:clrScheme name="SKKU">
      <a:dk1>
        <a:srgbClr val="11437A"/>
      </a:dk1>
      <a:lt1>
        <a:srgbClr val="11437A"/>
      </a:lt1>
      <a:dk2>
        <a:srgbClr val="A7A7A7"/>
      </a:dk2>
      <a:lt2>
        <a:srgbClr val="535353"/>
      </a:lt2>
      <a:accent1>
        <a:srgbClr val="5FBA33"/>
      </a:accent1>
      <a:accent2>
        <a:srgbClr val="DAEC7C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00FF"/>
      </a:hlink>
      <a:folHlink>
        <a:srgbClr val="FF00FF"/>
      </a:folHlink>
    </a:clrScheme>
    <a:fontScheme name="SKKU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KK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KKU">
  <a:themeElements>
    <a:clrScheme name="SKK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FBA33"/>
      </a:accent1>
      <a:accent2>
        <a:srgbClr val="DAEC7C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00FF"/>
      </a:hlink>
      <a:folHlink>
        <a:srgbClr val="FF00FF"/>
      </a:folHlink>
    </a:clrScheme>
    <a:fontScheme name="SKKU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KK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6039</TotalTime>
  <Words>363</Words>
  <Application>Microsoft Macintosh PowerPoint</Application>
  <PresentationFormat>화면 슬라이드 쇼(16:9)</PresentationFormat>
  <Paragraphs>66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6" baseType="lpstr">
      <vt:lpstr>NanumGothic</vt:lpstr>
      <vt:lpstr>Malgun Gothic</vt:lpstr>
      <vt:lpstr>시스템 서체 일반체</vt:lpstr>
      <vt:lpstr>Noto Sans KR Medium</vt:lpstr>
      <vt:lpstr>Noto Sans KR Regular</vt:lpstr>
      <vt:lpstr>Raleway Bold</vt:lpstr>
      <vt:lpstr>Raleway Regular</vt:lpstr>
      <vt:lpstr>Arial</vt:lpstr>
      <vt:lpstr>Source Sans Pro</vt:lpstr>
      <vt:lpstr>Wingdings</vt:lpstr>
      <vt:lpstr>SKKU</vt:lpstr>
      <vt:lpstr>미래차 부트캠프 On-device AI</vt:lpstr>
      <vt:lpstr>강의 개요</vt:lpstr>
      <vt:lpstr>담당 교수 &amp; 조교</vt:lpstr>
      <vt:lpstr>이론강의 내용 및 일정</vt:lpstr>
      <vt:lpstr>실습강의 내용 및 일정: 6/22 (월)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Orientation</dc:title>
  <cp:lastModifiedBy>강도영</cp:lastModifiedBy>
  <cp:revision>37</cp:revision>
  <dcterms:modified xsi:type="dcterms:W3CDTF">2026-06-15T10:35:23Z</dcterms:modified>
</cp:coreProperties>
</file>